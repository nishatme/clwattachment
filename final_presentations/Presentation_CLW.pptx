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82" r:id="rId3"/>
    <p:sldId id="281" r:id="rId4"/>
    <p:sldId id="257" r:id="rId5"/>
    <p:sldId id="280" r:id="rId6"/>
    <p:sldId id="277" r:id="rId7"/>
    <p:sldId id="283" r:id="rId8"/>
    <p:sldId id="275" r:id="rId9"/>
    <p:sldId id="285" r:id="rId10"/>
    <p:sldId id="286" r:id="rId11"/>
    <p:sldId id="284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CE 2023" userId="24bece7cfbd978f9" providerId="LiveId" clId="{4D5A0AD2-192D-46A8-A46D-D3B67109A5B9}"/>
    <pc:docChg chg="undo custSel addSld modSld">
      <pc:chgData name="DCE 2023" userId="24bece7cfbd978f9" providerId="LiveId" clId="{4D5A0AD2-192D-46A8-A46D-D3B67109A5B9}" dt="2024-03-16T04:33:04.098" v="848" actId="120"/>
      <pc:docMkLst>
        <pc:docMk/>
      </pc:docMkLst>
      <pc:sldChg chg="modSp mod modShow">
        <pc:chgData name="DCE 2023" userId="24bece7cfbd978f9" providerId="LiveId" clId="{4D5A0AD2-192D-46A8-A46D-D3B67109A5B9}" dt="2024-03-16T04:30:37.333" v="808" actId="729"/>
        <pc:sldMkLst>
          <pc:docMk/>
          <pc:sldMk cId="1487999526" sldId="266"/>
        </pc:sldMkLst>
        <pc:spChg chg="mod">
          <ac:chgData name="DCE 2023" userId="24bece7cfbd978f9" providerId="LiveId" clId="{4D5A0AD2-192D-46A8-A46D-D3B67109A5B9}" dt="2024-03-16T04:30:30.132" v="807" actId="1076"/>
          <ac:spMkLst>
            <pc:docMk/>
            <pc:sldMk cId="1487999526" sldId="266"/>
            <ac:spMk id="2" creationId="{AFC134FB-C088-4035-82DE-4E7BBD57E268}"/>
          </ac:spMkLst>
        </pc:spChg>
      </pc:sldChg>
      <pc:sldChg chg="modSp mod">
        <pc:chgData name="DCE 2023" userId="24bece7cfbd978f9" providerId="LiveId" clId="{4D5A0AD2-192D-46A8-A46D-D3B67109A5B9}" dt="2024-03-05T09:36:25.433" v="512" actId="20577"/>
        <pc:sldMkLst>
          <pc:docMk/>
          <pc:sldMk cId="1901611250" sldId="275"/>
        </pc:sldMkLst>
        <pc:graphicFrameChg chg="modGraphic">
          <ac:chgData name="DCE 2023" userId="24bece7cfbd978f9" providerId="LiveId" clId="{4D5A0AD2-192D-46A8-A46D-D3B67109A5B9}" dt="2024-03-05T09:36:25.433" v="512" actId="20577"/>
          <ac:graphicFrameMkLst>
            <pc:docMk/>
            <pc:sldMk cId="1901611250" sldId="275"/>
            <ac:graphicFrameMk id="3" creationId="{9D048A6E-65C9-4714-AB46-953588E5710B}"/>
          </ac:graphicFrameMkLst>
        </pc:graphicFrameChg>
      </pc:sldChg>
      <pc:sldChg chg="mod modShow">
        <pc:chgData name="DCE 2023" userId="24bece7cfbd978f9" providerId="LiveId" clId="{4D5A0AD2-192D-46A8-A46D-D3B67109A5B9}" dt="2024-03-05T09:09:39.892" v="0" actId="729"/>
        <pc:sldMkLst>
          <pc:docMk/>
          <pc:sldMk cId="2944293578" sldId="278"/>
        </pc:sldMkLst>
      </pc:sldChg>
      <pc:sldChg chg="addSp modSp new mod">
        <pc:chgData name="DCE 2023" userId="24bece7cfbd978f9" providerId="LiveId" clId="{4D5A0AD2-192D-46A8-A46D-D3B67109A5B9}" dt="2024-03-05T09:20:49.899" v="206" actId="1076"/>
        <pc:sldMkLst>
          <pc:docMk/>
          <pc:sldMk cId="818729176" sldId="282"/>
        </pc:sldMkLst>
        <pc:spChg chg="mod">
          <ac:chgData name="DCE 2023" userId="24bece7cfbd978f9" providerId="LiveId" clId="{4D5A0AD2-192D-46A8-A46D-D3B67109A5B9}" dt="2024-03-05T09:17:01.141" v="49" actId="108"/>
          <ac:spMkLst>
            <pc:docMk/>
            <pc:sldMk cId="818729176" sldId="282"/>
            <ac:spMk id="2" creationId="{65CC8D25-6912-4D6C-A75D-A4A9D16ABC3A}"/>
          </ac:spMkLst>
        </pc:spChg>
        <pc:spChg chg="mod">
          <ac:chgData name="DCE 2023" userId="24bece7cfbd978f9" providerId="LiveId" clId="{4D5A0AD2-192D-46A8-A46D-D3B67109A5B9}" dt="2024-03-05T09:20:49.899" v="206" actId="1076"/>
          <ac:spMkLst>
            <pc:docMk/>
            <pc:sldMk cId="818729176" sldId="282"/>
            <ac:spMk id="3" creationId="{A874D7C7-6F23-45B3-9117-D54B9431CDA5}"/>
          </ac:spMkLst>
        </pc:spChg>
        <pc:spChg chg="add mod">
          <ac:chgData name="DCE 2023" userId="24bece7cfbd978f9" providerId="LiveId" clId="{4D5A0AD2-192D-46A8-A46D-D3B67109A5B9}" dt="2024-03-05T09:10:21.556" v="3"/>
          <ac:spMkLst>
            <pc:docMk/>
            <pc:sldMk cId="818729176" sldId="282"/>
            <ac:spMk id="4" creationId="{0641BE57-51D7-4FAF-BF87-1D95D641B226}"/>
          </ac:spMkLst>
        </pc:spChg>
        <pc:picChg chg="add mod">
          <ac:chgData name="DCE 2023" userId="24bece7cfbd978f9" providerId="LiveId" clId="{4D5A0AD2-192D-46A8-A46D-D3B67109A5B9}" dt="2024-03-05T09:10:29.055" v="5"/>
          <ac:picMkLst>
            <pc:docMk/>
            <pc:sldMk cId="818729176" sldId="282"/>
            <ac:picMk id="5" creationId="{D62DAB13-3B3B-4BB0-AE26-07B53049241D}"/>
          </ac:picMkLst>
        </pc:picChg>
      </pc:sldChg>
      <pc:sldChg chg="addSp modSp new mod">
        <pc:chgData name="DCE 2023" userId="24bece7cfbd978f9" providerId="LiveId" clId="{4D5A0AD2-192D-46A8-A46D-D3B67109A5B9}" dt="2024-03-05T09:28:06.760" v="399" actId="5793"/>
        <pc:sldMkLst>
          <pc:docMk/>
          <pc:sldMk cId="1671273987" sldId="283"/>
        </pc:sldMkLst>
        <pc:spChg chg="mod">
          <ac:chgData name="DCE 2023" userId="24bece7cfbd978f9" providerId="LiveId" clId="{4D5A0AD2-192D-46A8-A46D-D3B67109A5B9}" dt="2024-03-05T09:27:56.512" v="397" actId="108"/>
          <ac:spMkLst>
            <pc:docMk/>
            <pc:sldMk cId="1671273987" sldId="283"/>
            <ac:spMk id="2" creationId="{9D15E71D-FE6D-4E15-B459-B3B73FB7853B}"/>
          </ac:spMkLst>
        </pc:spChg>
        <pc:spChg chg="mod">
          <ac:chgData name="DCE 2023" userId="24bece7cfbd978f9" providerId="LiveId" clId="{4D5A0AD2-192D-46A8-A46D-D3B67109A5B9}" dt="2024-03-05T09:28:06.760" v="399" actId="5793"/>
          <ac:spMkLst>
            <pc:docMk/>
            <pc:sldMk cId="1671273987" sldId="283"/>
            <ac:spMk id="3" creationId="{6B577F09-FC89-4943-9510-B52A19F528F1}"/>
          </ac:spMkLst>
        </pc:spChg>
        <pc:spChg chg="add mod">
          <ac:chgData name="DCE 2023" userId="24bece7cfbd978f9" providerId="LiveId" clId="{4D5A0AD2-192D-46A8-A46D-D3B67109A5B9}" dt="2024-03-05T09:10:23.150" v="4"/>
          <ac:spMkLst>
            <pc:docMk/>
            <pc:sldMk cId="1671273987" sldId="283"/>
            <ac:spMk id="4" creationId="{5B3D8A78-29D6-45A8-B262-F179AA8CCE69}"/>
          </ac:spMkLst>
        </pc:spChg>
        <pc:picChg chg="add mod">
          <ac:chgData name="DCE 2023" userId="24bece7cfbd978f9" providerId="LiveId" clId="{4D5A0AD2-192D-46A8-A46D-D3B67109A5B9}" dt="2024-03-05T09:10:30.539" v="6"/>
          <ac:picMkLst>
            <pc:docMk/>
            <pc:sldMk cId="1671273987" sldId="283"/>
            <ac:picMk id="5" creationId="{79342A51-8212-4EFE-AD24-5938BD9C8B7F}"/>
          </ac:picMkLst>
        </pc:picChg>
      </pc:sldChg>
      <pc:sldChg chg="addSp modSp new mod">
        <pc:chgData name="DCE 2023" userId="24bece7cfbd978f9" providerId="LiveId" clId="{4D5A0AD2-192D-46A8-A46D-D3B67109A5B9}" dt="2024-03-05T09:54:42.094" v="638" actId="13926"/>
        <pc:sldMkLst>
          <pc:docMk/>
          <pc:sldMk cId="1044797303" sldId="284"/>
        </pc:sldMkLst>
        <pc:spChg chg="mod">
          <ac:chgData name="DCE 2023" userId="24bece7cfbd978f9" providerId="LiveId" clId="{4D5A0AD2-192D-46A8-A46D-D3B67109A5B9}" dt="2024-03-05T09:41:04.394" v="581" actId="1076"/>
          <ac:spMkLst>
            <pc:docMk/>
            <pc:sldMk cId="1044797303" sldId="284"/>
            <ac:spMk id="2" creationId="{B8C2D00A-8392-4192-99D5-2F7E37B24BC8}"/>
          </ac:spMkLst>
        </pc:spChg>
        <pc:spChg chg="mod">
          <ac:chgData name="DCE 2023" userId="24bece7cfbd978f9" providerId="LiveId" clId="{4D5A0AD2-192D-46A8-A46D-D3B67109A5B9}" dt="2024-03-05T09:54:42.094" v="638" actId="13926"/>
          <ac:spMkLst>
            <pc:docMk/>
            <pc:sldMk cId="1044797303" sldId="284"/>
            <ac:spMk id="3" creationId="{8B6B3F1D-0CF5-4144-8F81-0C66A255FD16}"/>
          </ac:spMkLst>
        </pc:spChg>
        <pc:spChg chg="add mod">
          <ac:chgData name="DCE 2023" userId="24bece7cfbd978f9" providerId="LiveId" clId="{4D5A0AD2-192D-46A8-A46D-D3B67109A5B9}" dt="2024-03-05T09:28:13.211" v="401"/>
          <ac:spMkLst>
            <pc:docMk/>
            <pc:sldMk cId="1044797303" sldId="284"/>
            <ac:spMk id="4" creationId="{00A548AD-2BE4-4B8F-8AD2-3CADFED0097E}"/>
          </ac:spMkLst>
        </pc:spChg>
        <pc:picChg chg="add mod">
          <ac:chgData name="DCE 2023" userId="24bece7cfbd978f9" providerId="LiveId" clId="{4D5A0AD2-192D-46A8-A46D-D3B67109A5B9}" dt="2024-03-05T09:28:17.085" v="402"/>
          <ac:picMkLst>
            <pc:docMk/>
            <pc:sldMk cId="1044797303" sldId="284"/>
            <ac:picMk id="5" creationId="{586FA96E-D80A-4F29-811A-40EE754BFDE1}"/>
          </ac:picMkLst>
        </pc:picChg>
      </pc:sldChg>
      <pc:sldChg chg="addSp modSp new mod">
        <pc:chgData name="DCE 2023" userId="24bece7cfbd978f9" providerId="LiveId" clId="{4D5A0AD2-192D-46A8-A46D-D3B67109A5B9}" dt="2024-03-16T04:20:36.610" v="641"/>
        <pc:sldMkLst>
          <pc:docMk/>
          <pc:sldMk cId="631765527" sldId="285"/>
        </pc:sldMkLst>
        <pc:spChg chg="mod">
          <ac:chgData name="DCE 2023" userId="24bece7cfbd978f9" providerId="LiveId" clId="{4D5A0AD2-192D-46A8-A46D-D3B67109A5B9}" dt="2024-03-05T09:42:52.651" v="610" actId="20577"/>
          <ac:spMkLst>
            <pc:docMk/>
            <pc:sldMk cId="631765527" sldId="285"/>
            <ac:spMk id="2" creationId="{CF58575A-30F0-4E22-B675-B18DCB59FD38}"/>
          </ac:spMkLst>
        </pc:spChg>
        <pc:spChg chg="mod">
          <ac:chgData name="DCE 2023" userId="24bece7cfbd978f9" providerId="LiveId" clId="{4D5A0AD2-192D-46A8-A46D-D3B67109A5B9}" dt="2024-03-05T09:54:39.282" v="637" actId="13926"/>
          <ac:spMkLst>
            <pc:docMk/>
            <pc:sldMk cId="631765527" sldId="285"/>
            <ac:spMk id="3" creationId="{21CFFC25-0D9D-4BAC-96B6-673E2E9DEE21}"/>
          </ac:spMkLst>
        </pc:spChg>
        <pc:spChg chg="add mod">
          <ac:chgData name="DCE 2023" userId="24bece7cfbd978f9" providerId="LiveId" clId="{4D5A0AD2-192D-46A8-A46D-D3B67109A5B9}" dt="2024-03-16T04:20:30.439" v="640"/>
          <ac:spMkLst>
            <pc:docMk/>
            <pc:sldMk cId="631765527" sldId="285"/>
            <ac:spMk id="4" creationId="{1DB8042D-E8EF-4DE3-98FA-EB62ABE90713}"/>
          </ac:spMkLst>
        </pc:spChg>
        <pc:picChg chg="add mod">
          <ac:chgData name="DCE 2023" userId="24bece7cfbd978f9" providerId="LiveId" clId="{4D5A0AD2-192D-46A8-A46D-D3B67109A5B9}" dt="2024-03-16T04:20:36.610" v="641"/>
          <ac:picMkLst>
            <pc:docMk/>
            <pc:sldMk cId="631765527" sldId="285"/>
            <ac:picMk id="5" creationId="{551DFF65-ACB7-449E-8772-B2C865BD9052}"/>
          </ac:picMkLst>
        </pc:picChg>
      </pc:sldChg>
      <pc:sldChg chg="addSp delSp modSp new mod">
        <pc:chgData name="DCE 2023" userId="24bece7cfbd978f9" providerId="LiveId" clId="{4D5A0AD2-192D-46A8-A46D-D3B67109A5B9}" dt="2024-03-16T04:33:04.098" v="848" actId="120"/>
        <pc:sldMkLst>
          <pc:docMk/>
          <pc:sldMk cId="361222863" sldId="286"/>
        </pc:sldMkLst>
        <pc:spChg chg="mod">
          <ac:chgData name="DCE 2023" userId="24bece7cfbd978f9" providerId="LiveId" clId="{4D5A0AD2-192D-46A8-A46D-D3B67109A5B9}" dt="2024-03-16T04:26:54.287" v="772" actId="108"/>
          <ac:spMkLst>
            <pc:docMk/>
            <pc:sldMk cId="361222863" sldId="286"/>
            <ac:spMk id="2" creationId="{D9FE0937-2AFC-4337-B0DC-5D74B8ECEC72}"/>
          </ac:spMkLst>
        </pc:spChg>
        <pc:spChg chg="del">
          <ac:chgData name="DCE 2023" userId="24bece7cfbd978f9" providerId="LiveId" clId="{4D5A0AD2-192D-46A8-A46D-D3B67109A5B9}" dt="2024-03-16T04:22:05.611" v="678" actId="1032"/>
          <ac:spMkLst>
            <pc:docMk/>
            <pc:sldMk cId="361222863" sldId="286"/>
            <ac:spMk id="3" creationId="{F4E56D07-FA5D-4725-8790-71A05D20CFBB}"/>
          </ac:spMkLst>
        </pc:spChg>
        <pc:spChg chg="add mod">
          <ac:chgData name="DCE 2023" userId="24bece7cfbd978f9" providerId="LiveId" clId="{4D5A0AD2-192D-46A8-A46D-D3B67109A5B9}" dt="2024-03-16T04:33:04.098" v="848" actId="120"/>
          <ac:spMkLst>
            <pc:docMk/>
            <pc:sldMk cId="361222863" sldId="286"/>
            <ac:spMk id="9" creationId="{73A9CE41-5287-4752-8567-CFEDB6B4414A}"/>
          </ac:spMkLst>
        </pc:spChg>
        <pc:graphicFrameChg chg="add del mod modGraphic">
          <ac:chgData name="DCE 2023" userId="24bece7cfbd978f9" providerId="LiveId" clId="{4D5A0AD2-192D-46A8-A46D-D3B67109A5B9}" dt="2024-03-16T04:25:20.682" v="756" actId="478"/>
          <ac:graphicFrameMkLst>
            <pc:docMk/>
            <pc:sldMk cId="361222863" sldId="286"/>
            <ac:graphicFrameMk id="7" creationId="{DE5ADD09-5D12-46C0-9DB2-6C2C28CFD183}"/>
          </ac:graphicFrameMkLst>
        </pc:graphicFrameChg>
        <pc:graphicFrameChg chg="add del mod modGraphic">
          <ac:chgData name="DCE 2023" userId="24bece7cfbd978f9" providerId="LiveId" clId="{4D5A0AD2-192D-46A8-A46D-D3B67109A5B9}" dt="2024-03-16T04:29:20.678" v="805" actId="478"/>
          <ac:graphicFrameMkLst>
            <pc:docMk/>
            <pc:sldMk cId="361222863" sldId="286"/>
            <ac:graphicFrameMk id="10" creationId="{AA450B37-DED5-4C4C-86E0-3D390273F63D}"/>
          </ac:graphicFrameMkLst>
        </pc:graphicFrameChg>
        <pc:picChg chg="add mod">
          <ac:chgData name="DCE 2023" userId="24bece7cfbd978f9" providerId="LiveId" clId="{4D5A0AD2-192D-46A8-A46D-D3B67109A5B9}" dt="2024-03-16T04:20:39.984" v="642"/>
          <ac:picMkLst>
            <pc:docMk/>
            <pc:sldMk cId="361222863" sldId="286"/>
            <ac:picMk id="4" creationId="{577E8976-50B7-4488-B906-C0F27A66F4B7}"/>
          </ac:picMkLst>
        </pc:picChg>
        <pc:picChg chg="add mod">
          <ac:chgData name="DCE 2023" userId="24bece7cfbd978f9" providerId="LiveId" clId="{4D5A0AD2-192D-46A8-A46D-D3B67109A5B9}" dt="2024-03-16T04:20:53.808" v="644" actId="1076"/>
          <ac:picMkLst>
            <pc:docMk/>
            <pc:sldMk cId="361222863" sldId="286"/>
            <ac:picMk id="6" creationId="{26CB6D48-9007-4F31-A9BF-E2168B792C7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8A9B08-4167-4D2A-9439-1005544D25D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176C8EDE-D01B-4878-ADBA-E762A53806C7}">
      <dgm:prSet phldrT="[Text]" custT="1"/>
      <dgm:spPr/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DG-BR</a:t>
          </a:r>
        </a:p>
      </dgm:t>
    </dgm:pt>
    <dgm:pt modelId="{6C22B06F-C3BF-42E2-A36A-B4EC36F8B9AC}" type="parTrans" cxnId="{856DBA04-6871-48E3-8732-C575B33A0BBC}">
      <dgm:prSet/>
      <dgm:spPr/>
      <dgm:t>
        <a:bodyPr/>
        <a:lstStyle/>
        <a:p>
          <a:endParaRPr lang="en-US"/>
        </a:p>
      </dgm:t>
    </dgm:pt>
    <dgm:pt modelId="{8FA71E44-51FD-4995-8963-D98B4E99C0DB}" type="sibTrans" cxnId="{856DBA04-6871-48E3-8732-C575B33A0BBC}">
      <dgm:prSet/>
      <dgm:spPr/>
      <dgm:t>
        <a:bodyPr/>
        <a:lstStyle/>
        <a:p>
          <a:endParaRPr lang="en-US"/>
        </a:p>
      </dgm:t>
    </dgm:pt>
    <dgm:pt modelId="{B7650004-6EA2-48A5-B0F2-BBEEB15A276A}">
      <dgm:prSet phldrT="[Text]" custT="1"/>
      <dgm:spPr/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GM-East</a:t>
          </a:r>
          <a:endParaRPr lang="en-US" sz="2200" dirty="0">
            <a:latin typeface="Bahnschrift" panose="020B0502040204020203" pitchFamily="34" charset="0"/>
          </a:endParaRPr>
        </a:p>
        <a:p>
          <a:r>
            <a:rPr lang="en-US" sz="1400" dirty="0">
              <a:latin typeface="Bahnschrift" panose="020B0502040204020203" pitchFamily="34" charset="0"/>
            </a:rPr>
            <a:t>Administrative Control</a:t>
          </a:r>
        </a:p>
      </dgm:t>
    </dgm:pt>
    <dgm:pt modelId="{7DBE7629-93CB-4AAC-AC85-9D19FD914587}" type="parTrans" cxnId="{3FB51BA1-94EC-4650-BB9A-CDEB3C7EDFFA}">
      <dgm:prSet/>
      <dgm:spPr/>
      <dgm:t>
        <a:bodyPr/>
        <a:lstStyle/>
        <a:p>
          <a:endParaRPr lang="en-US"/>
        </a:p>
      </dgm:t>
    </dgm:pt>
    <dgm:pt modelId="{E177ECE8-D9B1-4920-9D7F-4FFFF0DD8132}" type="sibTrans" cxnId="{3FB51BA1-94EC-4650-BB9A-CDEB3C7EDFFA}">
      <dgm:prSet/>
      <dgm:spPr/>
      <dgm:t>
        <a:bodyPr/>
        <a:lstStyle/>
        <a:p>
          <a:endParaRPr lang="en-US"/>
        </a:p>
      </dgm:t>
    </dgm:pt>
    <dgm:pt modelId="{83B3C0C2-43F0-40AE-B296-020655FCAC67}">
      <dgm:prSet phldrT="[Text]" custT="1"/>
      <dgm:spPr/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ADG-RS</a:t>
          </a:r>
        </a:p>
        <a:p>
          <a:r>
            <a:rPr lang="en-US" sz="1400" dirty="0">
              <a:latin typeface="Bahnschrift" panose="020B0502040204020203" pitchFamily="34" charset="0"/>
            </a:rPr>
            <a:t>Technical Control</a:t>
          </a:r>
        </a:p>
      </dgm:t>
    </dgm:pt>
    <dgm:pt modelId="{96056F43-6D95-4C79-A651-DCFDAFE970EE}" type="parTrans" cxnId="{8CABF58D-3A1A-477C-87AC-3A2536A80950}">
      <dgm:prSet/>
      <dgm:spPr/>
      <dgm:t>
        <a:bodyPr/>
        <a:lstStyle/>
        <a:p>
          <a:endParaRPr lang="en-US"/>
        </a:p>
      </dgm:t>
    </dgm:pt>
    <dgm:pt modelId="{6BD18FCB-2D12-4AA8-82E3-80E9E4092509}" type="sibTrans" cxnId="{8CABF58D-3A1A-477C-87AC-3A2536A80950}">
      <dgm:prSet/>
      <dgm:spPr/>
      <dgm:t>
        <a:bodyPr/>
        <a:lstStyle/>
        <a:p>
          <a:endParaRPr lang="en-US"/>
        </a:p>
      </dgm:t>
    </dgm:pt>
    <dgm:pt modelId="{34FC52D8-B671-43E2-89D5-8B83C8A3C57E}">
      <dgm:prSet phldrT="[Text]" custT="1"/>
      <dgm:spPr/>
      <dgm:t>
        <a:bodyPr/>
        <a:lstStyle/>
        <a:p>
          <a:r>
            <a:rPr lang="en-US" sz="2800" dirty="0">
              <a:latin typeface="Bahnschrift" panose="020B0502040204020203" pitchFamily="34" charset="0"/>
            </a:rPr>
            <a:t>CEE-East</a:t>
          </a:r>
        </a:p>
        <a:p>
          <a:r>
            <a:rPr lang="en-US" sz="1400" dirty="0">
              <a:latin typeface="Bahnschrift" panose="020B0502040204020203" pitchFamily="34" charset="0"/>
            </a:rPr>
            <a:t>Zonal Execution</a:t>
          </a:r>
        </a:p>
      </dgm:t>
    </dgm:pt>
    <dgm:pt modelId="{F77062C8-C9DB-45FA-ACB2-B03AEBF0070E}" type="parTrans" cxnId="{2E7BBED0-EBBC-4AFB-A3D8-64768E4EE57A}">
      <dgm:prSet/>
      <dgm:spPr/>
      <dgm:t>
        <a:bodyPr/>
        <a:lstStyle/>
        <a:p>
          <a:endParaRPr lang="en-US"/>
        </a:p>
      </dgm:t>
    </dgm:pt>
    <dgm:pt modelId="{9FA31A47-B1DB-4EAB-83BF-235B8E41AB95}" type="sibTrans" cxnId="{2E7BBED0-EBBC-4AFB-A3D8-64768E4EE57A}">
      <dgm:prSet/>
      <dgm:spPr/>
      <dgm:t>
        <a:bodyPr/>
        <a:lstStyle/>
        <a:p>
          <a:endParaRPr lang="en-US"/>
        </a:p>
      </dgm:t>
    </dgm:pt>
    <dgm:pt modelId="{A97E7F30-326E-4F5D-8A38-8245CF2EC46B}">
      <dgm:prSet phldrT="[Text]"/>
      <dgm:spPr/>
      <dgm:t>
        <a:bodyPr/>
        <a:lstStyle/>
        <a:p>
          <a:endParaRPr lang="en-US" dirty="0"/>
        </a:p>
      </dgm:t>
    </dgm:pt>
    <dgm:pt modelId="{30E3AAAF-7743-44C6-8EFD-CC548A187823}" type="parTrans" cxnId="{30FE97B9-2F9C-48BD-8B45-E05F7E5D1F03}">
      <dgm:prSet/>
      <dgm:spPr/>
      <dgm:t>
        <a:bodyPr/>
        <a:lstStyle/>
        <a:p>
          <a:endParaRPr lang="en-US"/>
        </a:p>
      </dgm:t>
    </dgm:pt>
    <dgm:pt modelId="{08FF7416-50B6-4BA9-8A1B-87574E7E0602}" type="sibTrans" cxnId="{30FE97B9-2F9C-48BD-8B45-E05F7E5D1F03}">
      <dgm:prSet/>
      <dgm:spPr/>
      <dgm:t>
        <a:bodyPr/>
        <a:lstStyle/>
        <a:p>
          <a:endParaRPr lang="en-US"/>
        </a:p>
      </dgm:t>
    </dgm:pt>
    <dgm:pt modelId="{BB5DFE12-7ACD-4417-B7C6-B635EE71E351}" type="pres">
      <dgm:prSet presAssocID="{A38A9B08-4167-4D2A-9439-1005544D25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37D9AF-3C5A-4200-93DB-7AE1958632E1}" type="pres">
      <dgm:prSet presAssocID="{176C8EDE-D01B-4878-ADBA-E762A53806C7}" presName="hierRoot1" presStyleCnt="0"/>
      <dgm:spPr/>
    </dgm:pt>
    <dgm:pt modelId="{C5434D97-D35C-4837-A32E-E00C54A1F5D5}" type="pres">
      <dgm:prSet presAssocID="{176C8EDE-D01B-4878-ADBA-E762A53806C7}" presName="composite" presStyleCnt="0"/>
      <dgm:spPr/>
    </dgm:pt>
    <dgm:pt modelId="{18294928-1C2F-41A1-9946-C581BB0C4413}" type="pres">
      <dgm:prSet presAssocID="{176C8EDE-D01B-4878-ADBA-E762A53806C7}" presName="background" presStyleLbl="node0" presStyleIdx="0" presStyleCnt="1"/>
      <dgm:spPr/>
    </dgm:pt>
    <dgm:pt modelId="{3BD34982-9F1B-4DE5-8E3E-6E88E438071C}" type="pres">
      <dgm:prSet presAssocID="{176C8EDE-D01B-4878-ADBA-E762A53806C7}" presName="text" presStyleLbl="fgAcc0" presStyleIdx="0" presStyleCnt="1">
        <dgm:presLayoutVars>
          <dgm:chPref val="3"/>
        </dgm:presLayoutVars>
      </dgm:prSet>
      <dgm:spPr/>
    </dgm:pt>
    <dgm:pt modelId="{E5CD6E50-C96B-420F-9B2D-1B72924B2ADF}" type="pres">
      <dgm:prSet presAssocID="{176C8EDE-D01B-4878-ADBA-E762A53806C7}" presName="hierChild2" presStyleCnt="0"/>
      <dgm:spPr/>
    </dgm:pt>
    <dgm:pt modelId="{B4BB1541-C1E5-4394-9638-B047DF8E4F78}" type="pres">
      <dgm:prSet presAssocID="{7DBE7629-93CB-4AAC-AC85-9D19FD914587}" presName="Name10" presStyleLbl="parChTrans1D2" presStyleIdx="0" presStyleCnt="2"/>
      <dgm:spPr/>
    </dgm:pt>
    <dgm:pt modelId="{48241BAF-3C4E-47D6-8519-77A2B30AC251}" type="pres">
      <dgm:prSet presAssocID="{B7650004-6EA2-48A5-B0F2-BBEEB15A276A}" presName="hierRoot2" presStyleCnt="0"/>
      <dgm:spPr/>
    </dgm:pt>
    <dgm:pt modelId="{39FF92E7-C36C-408F-9740-DADA5ECD011D}" type="pres">
      <dgm:prSet presAssocID="{B7650004-6EA2-48A5-B0F2-BBEEB15A276A}" presName="composite2" presStyleCnt="0"/>
      <dgm:spPr/>
    </dgm:pt>
    <dgm:pt modelId="{5A884284-8266-4F98-A479-43AA2D8E3AA8}" type="pres">
      <dgm:prSet presAssocID="{B7650004-6EA2-48A5-B0F2-BBEEB15A276A}" presName="background2" presStyleLbl="node2" presStyleIdx="0" presStyleCnt="2"/>
      <dgm:spPr/>
    </dgm:pt>
    <dgm:pt modelId="{3132882D-7B64-49D2-8F8A-972B0A1BF2E3}" type="pres">
      <dgm:prSet presAssocID="{B7650004-6EA2-48A5-B0F2-BBEEB15A276A}" presName="text2" presStyleLbl="fgAcc2" presStyleIdx="0" presStyleCnt="2">
        <dgm:presLayoutVars>
          <dgm:chPref val="3"/>
        </dgm:presLayoutVars>
      </dgm:prSet>
      <dgm:spPr/>
    </dgm:pt>
    <dgm:pt modelId="{0A539ADC-8C71-4432-9664-C9DBC2794493}" type="pres">
      <dgm:prSet presAssocID="{B7650004-6EA2-48A5-B0F2-BBEEB15A276A}" presName="hierChild3" presStyleCnt="0"/>
      <dgm:spPr/>
    </dgm:pt>
    <dgm:pt modelId="{122187F7-E95A-4457-95FB-F6FC8CF1B7BF}" type="pres">
      <dgm:prSet presAssocID="{30E3AAAF-7743-44C6-8EFD-CC548A187823}" presName="Name17" presStyleLbl="parChTrans1D3" presStyleIdx="0" presStyleCnt="2"/>
      <dgm:spPr/>
    </dgm:pt>
    <dgm:pt modelId="{233508CE-78CB-40DB-AB4D-71B94FA3E9C2}" type="pres">
      <dgm:prSet presAssocID="{A97E7F30-326E-4F5D-8A38-8245CF2EC46B}" presName="hierRoot3" presStyleCnt="0"/>
      <dgm:spPr/>
    </dgm:pt>
    <dgm:pt modelId="{96886329-71E7-4C83-BA65-B964B244B8FC}" type="pres">
      <dgm:prSet presAssocID="{A97E7F30-326E-4F5D-8A38-8245CF2EC46B}" presName="composite3" presStyleCnt="0"/>
      <dgm:spPr/>
    </dgm:pt>
    <dgm:pt modelId="{2BD0FDA1-C6AB-4FDF-8A33-496B49512A52}" type="pres">
      <dgm:prSet presAssocID="{A97E7F30-326E-4F5D-8A38-8245CF2EC46B}" presName="background3" presStyleLbl="node3" presStyleIdx="0" presStyleCnt="2"/>
      <dgm:spPr/>
    </dgm:pt>
    <dgm:pt modelId="{255FCC86-CA07-4E2E-B02B-A64BCE6983C1}" type="pres">
      <dgm:prSet presAssocID="{A97E7F30-326E-4F5D-8A38-8245CF2EC46B}" presName="text3" presStyleLbl="fgAcc3" presStyleIdx="0" presStyleCnt="2" custLinFactNeighborX="64730" custLinFactNeighborY="-1436">
        <dgm:presLayoutVars>
          <dgm:chPref val="3"/>
        </dgm:presLayoutVars>
      </dgm:prSet>
      <dgm:spPr/>
    </dgm:pt>
    <dgm:pt modelId="{25349406-C018-478E-8723-9C60BEF425C4}" type="pres">
      <dgm:prSet presAssocID="{A97E7F30-326E-4F5D-8A38-8245CF2EC46B}" presName="hierChild4" presStyleCnt="0"/>
      <dgm:spPr/>
    </dgm:pt>
    <dgm:pt modelId="{E2E29C5C-D46B-4EE3-AABF-7EDCE0620FD7}" type="pres">
      <dgm:prSet presAssocID="{96056F43-6D95-4C79-A651-DCFDAFE970EE}" presName="Name10" presStyleLbl="parChTrans1D2" presStyleIdx="1" presStyleCnt="2"/>
      <dgm:spPr/>
    </dgm:pt>
    <dgm:pt modelId="{37D76FA7-014B-4525-93C1-5AD4857362E0}" type="pres">
      <dgm:prSet presAssocID="{83B3C0C2-43F0-40AE-B296-020655FCAC67}" presName="hierRoot2" presStyleCnt="0"/>
      <dgm:spPr/>
    </dgm:pt>
    <dgm:pt modelId="{C23FAD7C-3761-4011-8CE2-77CF97F2234A}" type="pres">
      <dgm:prSet presAssocID="{83B3C0C2-43F0-40AE-B296-020655FCAC67}" presName="composite2" presStyleCnt="0"/>
      <dgm:spPr/>
    </dgm:pt>
    <dgm:pt modelId="{43AA4CC8-EB5E-4547-B89D-D0BE002619D5}" type="pres">
      <dgm:prSet presAssocID="{83B3C0C2-43F0-40AE-B296-020655FCAC67}" presName="background2" presStyleLbl="node2" presStyleIdx="1" presStyleCnt="2"/>
      <dgm:spPr/>
    </dgm:pt>
    <dgm:pt modelId="{29D5D9BE-9018-443D-BEF9-174646CD8852}" type="pres">
      <dgm:prSet presAssocID="{83B3C0C2-43F0-40AE-B296-020655FCAC67}" presName="text2" presStyleLbl="fgAcc2" presStyleIdx="1" presStyleCnt="2">
        <dgm:presLayoutVars>
          <dgm:chPref val="3"/>
        </dgm:presLayoutVars>
      </dgm:prSet>
      <dgm:spPr/>
    </dgm:pt>
    <dgm:pt modelId="{372CF9B6-5792-47E8-AD29-6903BD862384}" type="pres">
      <dgm:prSet presAssocID="{83B3C0C2-43F0-40AE-B296-020655FCAC67}" presName="hierChild3" presStyleCnt="0"/>
      <dgm:spPr/>
    </dgm:pt>
    <dgm:pt modelId="{63A1C070-7061-4421-9DC6-31E5A401DF0C}" type="pres">
      <dgm:prSet presAssocID="{F77062C8-C9DB-45FA-ACB2-B03AEBF0070E}" presName="Name17" presStyleLbl="parChTrans1D3" presStyleIdx="1" presStyleCnt="2"/>
      <dgm:spPr/>
    </dgm:pt>
    <dgm:pt modelId="{1723E3E9-046D-4120-AAAF-0B90CEB91650}" type="pres">
      <dgm:prSet presAssocID="{34FC52D8-B671-43E2-89D5-8B83C8A3C57E}" presName="hierRoot3" presStyleCnt="0"/>
      <dgm:spPr/>
    </dgm:pt>
    <dgm:pt modelId="{72F461E5-6E48-4A4E-BFBB-B0BDA05F7A08}" type="pres">
      <dgm:prSet presAssocID="{34FC52D8-B671-43E2-89D5-8B83C8A3C57E}" presName="composite3" presStyleCnt="0"/>
      <dgm:spPr/>
    </dgm:pt>
    <dgm:pt modelId="{4FEF9C77-146B-4857-B93B-B714ED0006EA}" type="pres">
      <dgm:prSet presAssocID="{34FC52D8-B671-43E2-89D5-8B83C8A3C57E}" presName="background3" presStyleLbl="node3" presStyleIdx="1" presStyleCnt="2"/>
      <dgm:spPr/>
    </dgm:pt>
    <dgm:pt modelId="{4AE64345-A8A6-440B-A4ED-77FC075AF039}" type="pres">
      <dgm:prSet presAssocID="{34FC52D8-B671-43E2-89D5-8B83C8A3C57E}" presName="text3" presStyleLbl="fgAcc3" presStyleIdx="1" presStyleCnt="2" custLinFactNeighborX="-57392" custLinFactNeighborY="-1435">
        <dgm:presLayoutVars>
          <dgm:chPref val="3"/>
        </dgm:presLayoutVars>
      </dgm:prSet>
      <dgm:spPr/>
    </dgm:pt>
    <dgm:pt modelId="{A56E5A3C-AD5E-49F9-A663-E4C78937A5A7}" type="pres">
      <dgm:prSet presAssocID="{34FC52D8-B671-43E2-89D5-8B83C8A3C57E}" presName="hierChild4" presStyleCnt="0"/>
      <dgm:spPr/>
    </dgm:pt>
  </dgm:ptLst>
  <dgm:cxnLst>
    <dgm:cxn modelId="{856DBA04-6871-48E3-8732-C575B33A0BBC}" srcId="{A38A9B08-4167-4D2A-9439-1005544D25D5}" destId="{176C8EDE-D01B-4878-ADBA-E762A53806C7}" srcOrd="0" destOrd="0" parTransId="{6C22B06F-C3BF-42E2-A36A-B4EC36F8B9AC}" sibTransId="{8FA71E44-51FD-4995-8963-D98B4E99C0DB}"/>
    <dgm:cxn modelId="{74A16E28-B738-4A06-94AB-CB86CDAEE837}" type="presOf" srcId="{B7650004-6EA2-48A5-B0F2-BBEEB15A276A}" destId="{3132882D-7B64-49D2-8F8A-972B0A1BF2E3}" srcOrd="0" destOrd="0" presId="urn:microsoft.com/office/officeart/2005/8/layout/hierarchy1"/>
    <dgm:cxn modelId="{3E296A67-53B1-4625-8E57-E9D85F5EC240}" type="presOf" srcId="{83B3C0C2-43F0-40AE-B296-020655FCAC67}" destId="{29D5D9BE-9018-443D-BEF9-174646CD8852}" srcOrd="0" destOrd="0" presId="urn:microsoft.com/office/officeart/2005/8/layout/hierarchy1"/>
    <dgm:cxn modelId="{ABB6014D-24CC-4789-BDB2-79542B1B8616}" type="presOf" srcId="{96056F43-6D95-4C79-A651-DCFDAFE970EE}" destId="{E2E29C5C-D46B-4EE3-AABF-7EDCE0620FD7}" srcOrd="0" destOrd="0" presId="urn:microsoft.com/office/officeart/2005/8/layout/hierarchy1"/>
    <dgm:cxn modelId="{4DB34E74-0323-421A-ACAF-5F5727930D03}" type="presOf" srcId="{34FC52D8-B671-43E2-89D5-8B83C8A3C57E}" destId="{4AE64345-A8A6-440B-A4ED-77FC075AF039}" srcOrd="0" destOrd="0" presId="urn:microsoft.com/office/officeart/2005/8/layout/hierarchy1"/>
    <dgm:cxn modelId="{B3E95787-2CDF-4CB9-88E8-1C2BCC79F411}" type="presOf" srcId="{A97E7F30-326E-4F5D-8A38-8245CF2EC46B}" destId="{255FCC86-CA07-4E2E-B02B-A64BCE6983C1}" srcOrd="0" destOrd="0" presId="urn:microsoft.com/office/officeart/2005/8/layout/hierarchy1"/>
    <dgm:cxn modelId="{AA70338B-718D-400C-88D7-F79F036CCA2C}" type="presOf" srcId="{7DBE7629-93CB-4AAC-AC85-9D19FD914587}" destId="{B4BB1541-C1E5-4394-9638-B047DF8E4F78}" srcOrd="0" destOrd="0" presId="urn:microsoft.com/office/officeart/2005/8/layout/hierarchy1"/>
    <dgm:cxn modelId="{7F8EF28B-40D5-4B8B-83AF-79E63DBBF675}" type="presOf" srcId="{F77062C8-C9DB-45FA-ACB2-B03AEBF0070E}" destId="{63A1C070-7061-4421-9DC6-31E5A401DF0C}" srcOrd="0" destOrd="0" presId="urn:microsoft.com/office/officeart/2005/8/layout/hierarchy1"/>
    <dgm:cxn modelId="{8CABF58D-3A1A-477C-87AC-3A2536A80950}" srcId="{176C8EDE-D01B-4878-ADBA-E762A53806C7}" destId="{83B3C0C2-43F0-40AE-B296-020655FCAC67}" srcOrd="1" destOrd="0" parTransId="{96056F43-6D95-4C79-A651-DCFDAFE970EE}" sibTransId="{6BD18FCB-2D12-4AA8-82E3-80E9E4092509}"/>
    <dgm:cxn modelId="{3FB51BA1-94EC-4650-BB9A-CDEB3C7EDFFA}" srcId="{176C8EDE-D01B-4878-ADBA-E762A53806C7}" destId="{B7650004-6EA2-48A5-B0F2-BBEEB15A276A}" srcOrd="0" destOrd="0" parTransId="{7DBE7629-93CB-4AAC-AC85-9D19FD914587}" sibTransId="{E177ECE8-D9B1-4920-9D7F-4FFFF0DD8132}"/>
    <dgm:cxn modelId="{1063B4B4-7EDA-4E76-9F50-FF230DF69DD9}" type="presOf" srcId="{A38A9B08-4167-4D2A-9439-1005544D25D5}" destId="{BB5DFE12-7ACD-4417-B7C6-B635EE71E351}" srcOrd="0" destOrd="0" presId="urn:microsoft.com/office/officeart/2005/8/layout/hierarchy1"/>
    <dgm:cxn modelId="{30FE97B9-2F9C-48BD-8B45-E05F7E5D1F03}" srcId="{B7650004-6EA2-48A5-B0F2-BBEEB15A276A}" destId="{A97E7F30-326E-4F5D-8A38-8245CF2EC46B}" srcOrd="0" destOrd="0" parTransId="{30E3AAAF-7743-44C6-8EFD-CC548A187823}" sibTransId="{08FF7416-50B6-4BA9-8A1B-87574E7E0602}"/>
    <dgm:cxn modelId="{5B6A5EC5-26A8-4E96-92FC-BC3642DCAA26}" type="presOf" srcId="{30E3AAAF-7743-44C6-8EFD-CC548A187823}" destId="{122187F7-E95A-4457-95FB-F6FC8CF1B7BF}" srcOrd="0" destOrd="0" presId="urn:microsoft.com/office/officeart/2005/8/layout/hierarchy1"/>
    <dgm:cxn modelId="{2E7BBED0-EBBC-4AFB-A3D8-64768E4EE57A}" srcId="{83B3C0C2-43F0-40AE-B296-020655FCAC67}" destId="{34FC52D8-B671-43E2-89D5-8B83C8A3C57E}" srcOrd="0" destOrd="0" parTransId="{F77062C8-C9DB-45FA-ACB2-B03AEBF0070E}" sibTransId="{9FA31A47-B1DB-4EAB-83BF-235B8E41AB95}"/>
    <dgm:cxn modelId="{FD806BD5-D70E-4836-B2F7-95832289A680}" type="presOf" srcId="{176C8EDE-D01B-4878-ADBA-E762A53806C7}" destId="{3BD34982-9F1B-4DE5-8E3E-6E88E438071C}" srcOrd="0" destOrd="0" presId="urn:microsoft.com/office/officeart/2005/8/layout/hierarchy1"/>
    <dgm:cxn modelId="{63629230-25AF-40DC-B6A4-2E967E93FACD}" type="presParOf" srcId="{BB5DFE12-7ACD-4417-B7C6-B635EE71E351}" destId="{9537D9AF-3C5A-4200-93DB-7AE1958632E1}" srcOrd="0" destOrd="0" presId="urn:microsoft.com/office/officeart/2005/8/layout/hierarchy1"/>
    <dgm:cxn modelId="{04AE25C7-99E9-4EEB-821C-59F9A7738898}" type="presParOf" srcId="{9537D9AF-3C5A-4200-93DB-7AE1958632E1}" destId="{C5434D97-D35C-4837-A32E-E00C54A1F5D5}" srcOrd="0" destOrd="0" presId="urn:microsoft.com/office/officeart/2005/8/layout/hierarchy1"/>
    <dgm:cxn modelId="{CB814F23-B493-4694-8B39-7F1E4E148AE2}" type="presParOf" srcId="{C5434D97-D35C-4837-A32E-E00C54A1F5D5}" destId="{18294928-1C2F-41A1-9946-C581BB0C4413}" srcOrd="0" destOrd="0" presId="urn:microsoft.com/office/officeart/2005/8/layout/hierarchy1"/>
    <dgm:cxn modelId="{6F1F319B-6134-4A28-BEE7-24FBBAA25320}" type="presParOf" srcId="{C5434D97-D35C-4837-A32E-E00C54A1F5D5}" destId="{3BD34982-9F1B-4DE5-8E3E-6E88E438071C}" srcOrd="1" destOrd="0" presId="urn:microsoft.com/office/officeart/2005/8/layout/hierarchy1"/>
    <dgm:cxn modelId="{72B1A2AC-6441-4748-88BE-535860BD86AF}" type="presParOf" srcId="{9537D9AF-3C5A-4200-93DB-7AE1958632E1}" destId="{E5CD6E50-C96B-420F-9B2D-1B72924B2ADF}" srcOrd="1" destOrd="0" presId="urn:microsoft.com/office/officeart/2005/8/layout/hierarchy1"/>
    <dgm:cxn modelId="{1D268A1D-B61D-4377-BBCB-A56CCCDB2543}" type="presParOf" srcId="{E5CD6E50-C96B-420F-9B2D-1B72924B2ADF}" destId="{B4BB1541-C1E5-4394-9638-B047DF8E4F78}" srcOrd="0" destOrd="0" presId="urn:microsoft.com/office/officeart/2005/8/layout/hierarchy1"/>
    <dgm:cxn modelId="{85B9427E-7B46-4B34-BEA3-8633F1B74C6A}" type="presParOf" srcId="{E5CD6E50-C96B-420F-9B2D-1B72924B2ADF}" destId="{48241BAF-3C4E-47D6-8519-77A2B30AC251}" srcOrd="1" destOrd="0" presId="urn:microsoft.com/office/officeart/2005/8/layout/hierarchy1"/>
    <dgm:cxn modelId="{63001F80-C9D1-4036-AE78-DB426BA97C1A}" type="presParOf" srcId="{48241BAF-3C4E-47D6-8519-77A2B30AC251}" destId="{39FF92E7-C36C-408F-9740-DADA5ECD011D}" srcOrd="0" destOrd="0" presId="urn:microsoft.com/office/officeart/2005/8/layout/hierarchy1"/>
    <dgm:cxn modelId="{458560C9-AE2D-46CC-B2DF-ABA26095751F}" type="presParOf" srcId="{39FF92E7-C36C-408F-9740-DADA5ECD011D}" destId="{5A884284-8266-4F98-A479-43AA2D8E3AA8}" srcOrd="0" destOrd="0" presId="urn:microsoft.com/office/officeart/2005/8/layout/hierarchy1"/>
    <dgm:cxn modelId="{DA26421E-F18D-4086-8030-B5C374A4CCA8}" type="presParOf" srcId="{39FF92E7-C36C-408F-9740-DADA5ECD011D}" destId="{3132882D-7B64-49D2-8F8A-972B0A1BF2E3}" srcOrd="1" destOrd="0" presId="urn:microsoft.com/office/officeart/2005/8/layout/hierarchy1"/>
    <dgm:cxn modelId="{C89058B0-9A34-4CC1-9DB6-6FF8E0D5D522}" type="presParOf" srcId="{48241BAF-3C4E-47D6-8519-77A2B30AC251}" destId="{0A539ADC-8C71-4432-9664-C9DBC2794493}" srcOrd="1" destOrd="0" presId="urn:microsoft.com/office/officeart/2005/8/layout/hierarchy1"/>
    <dgm:cxn modelId="{830951CB-AFEA-4C34-A311-48AB3034E618}" type="presParOf" srcId="{0A539ADC-8C71-4432-9664-C9DBC2794493}" destId="{122187F7-E95A-4457-95FB-F6FC8CF1B7BF}" srcOrd="0" destOrd="0" presId="urn:microsoft.com/office/officeart/2005/8/layout/hierarchy1"/>
    <dgm:cxn modelId="{6F3894FB-D68C-443D-BD8C-4B3C5A53B26A}" type="presParOf" srcId="{0A539ADC-8C71-4432-9664-C9DBC2794493}" destId="{233508CE-78CB-40DB-AB4D-71B94FA3E9C2}" srcOrd="1" destOrd="0" presId="urn:microsoft.com/office/officeart/2005/8/layout/hierarchy1"/>
    <dgm:cxn modelId="{6E655AE6-F139-4016-AAC7-F24D4CF281D4}" type="presParOf" srcId="{233508CE-78CB-40DB-AB4D-71B94FA3E9C2}" destId="{96886329-71E7-4C83-BA65-B964B244B8FC}" srcOrd="0" destOrd="0" presId="urn:microsoft.com/office/officeart/2005/8/layout/hierarchy1"/>
    <dgm:cxn modelId="{D20AEC5B-9C7A-4CC1-8F5C-E14B3852F3F2}" type="presParOf" srcId="{96886329-71E7-4C83-BA65-B964B244B8FC}" destId="{2BD0FDA1-C6AB-4FDF-8A33-496B49512A52}" srcOrd="0" destOrd="0" presId="urn:microsoft.com/office/officeart/2005/8/layout/hierarchy1"/>
    <dgm:cxn modelId="{FD2E9C32-876F-411E-9E3A-55117AF80FEB}" type="presParOf" srcId="{96886329-71E7-4C83-BA65-B964B244B8FC}" destId="{255FCC86-CA07-4E2E-B02B-A64BCE6983C1}" srcOrd="1" destOrd="0" presId="urn:microsoft.com/office/officeart/2005/8/layout/hierarchy1"/>
    <dgm:cxn modelId="{AA679E7B-E76E-4C08-AF0A-A978511B8203}" type="presParOf" srcId="{233508CE-78CB-40DB-AB4D-71B94FA3E9C2}" destId="{25349406-C018-478E-8723-9C60BEF425C4}" srcOrd="1" destOrd="0" presId="urn:microsoft.com/office/officeart/2005/8/layout/hierarchy1"/>
    <dgm:cxn modelId="{89E0A11F-89AF-454A-BD3A-6C1F9AAA9E6A}" type="presParOf" srcId="{E5CD6E50-C96B-420F-9B2D-1B72924B2ADF}" destId="{E2E29C5C-D46B-4EE3-AABF-7EDCE0620FD7}" srcOrd="2" destOrd="0" presId="urn:microsoft.com/office/officeart/2005/8/layout/hierarchy1"/>
    <dgm:cxn modelId="{45D169CE-7C09-416F-BA8E-5B639AEF2F26}" type="presParOf" srcId="{E5CD6E50-C96B-420F-9B2D-1B72924B2ADF}" destId="{37D76FA7-014B-4525-93C1-5AD4857362E0}" srcOrd="3" destOrd="0" presId="urn:microsoft.com/office/officeart/2005/8/layout/hierarchy1"/>
    <dgm:cxn modelId="{DF8E871D-18FF-4BC2-B08D-D0726616A95E}" type="presParOf" srcId="{37D76FA7-014B-4525-93C1-5AD4857362E0}" destId="{C23FAD7C-3761-4011-8CE2-77CF97F2234A}" srcOrd="0" destOrd="0" presId="urn:microsoft.com/office/officeart/2005/8/layout/hierarchy1"/>
    <dgm:cxn modelId="{9498566E-3DBD-4186-A5B1-827EC3826BAD}" type="presParOf" srcId="{C23FAD7C-3761-4011-8CE2-77CF97F2234A}" destId="{43AA4CC8-EB5E-4547-B89D-D0BE002619D5}" srcOrd="0" destOrd="0" presId="urn:microsoft.com/office/officeart/2005/8/layout/hierarchy1"/>
    <dgm:cxn modelId="{B3688C4A-7FE3-4812-9018-9DF3F88B4CB9}" type="presParOf" srcId="{C23FAD7C-3761-4011-8CE2-77CF97F2234A}" destId="{29D5D9BE-9018-443D-BEF9-174646CD8852}" srcOrd="1" destOrd="0" presId="urn:microsoft.com/office/officeart/2005/8/layout/hierarchy1"/>
    <dgm:cxn modelId="{EE669134-CF06-4214-A858-44D03186AADC}" type="presParOf" srcId="{37D76FA7-014B-4525-93C1-5AD4857362E0}" destId="{372CF9B6-5792-47E8-AD29-6903BD862384}" srcOrd="1" destOrd="0" presId="urn:microsoft.com/office/officeart/2005/8/layout/hierarchy1"/>
    <dgm:cxn modelId="{A56B1ED5-8FED-4123-8FCF-DEB8E5299A83}" type="presParOf" srcId="{372CF9B6-5792-47E8-AD29-6903BD862384}" destId="{63A1C070-7061-4421-9DC6-31E5A401DF0C}" srcOrd="0" destOrd="0" presId="urn:microsoft.com/office/officeart/2005/8/layout/hierarchy1"/>
    <dgm:cxn modelId="{9D73F1A3-FC6F-4C1F-B172-D0704A0BB5C1}" type="presParOf" srcId="{372CF9B6-5792-47E8-AD29-6903BD862384}" destId="{1723E3E9-046D-4120-AAAF-0B90CEB91650}" srcOrd="1" destOrd="0" presId="urn:microsoft.com/office/officeart/2005/8/layout/hierarchy1"/>
    <dgm:cxn modelId="{466F4F9A-B672-44BF-B29D-573C69BB53F0}" type="presParOf" srcId="{1723E3E9-046D-4120-AAAF-0B90CEB91650}" destId="{72F461E5-6E48-4A4E-BFBB-B0BDA05F7A08}" srcOrd="0" destOrd="0" presId="urn:microsoft.com/office/officeart/2005/8/layout/hierarchy1"/>
    <dgm:cxn modelId="{6A7EE4DB-C047-45D4-8D96-A87EA44534DC}" type="presParOf" srcId="{72F461E5-6E48-4A4E-BFBB-B0BDA05F7A08}" destId="{4FEF9C77-146B-4857-B93B-B714ED0006EA}" srcOrd="0" destOrd="0" presId="urn:microsoft.com/office/officeart/2005/8/layout/hierarchy1"/>
    <dgm:cxn modelId="{5384BA18-E4E0-4146-A511-F454B20F0B57}" type="presParOf" srcId="{72F461E5-6E48-4A4E-BFBB-B0BDA05F7A08}" destId="{4AE64345-A8A6-440B-A4ED-77FC075AF039}" srcOrd="1" destOrd="0" presId="urn:microsoft.com/office/officeart/2005/8/layout/hierarchy1"/>
    <dgm:cxn modelId="{3163210E-58BE-4578-95C7-166A19B92A58}" type="presParOf" srcId="{1723E3E9-046D-4120-AAAF-0B90CEB91650}" destId="{A56E5A3C-AD5E-49F9-A663-E4C78937A5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A25241-E830-4CCF-B315-F4F0D9226126}" type="doc">
      <dgm:prSet loTypeId="urn:microsoft.com/office/officeart/2005/8/layout/hierarchy1" loCatId="hierarchy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60AC68A5-2CBA-4D0C-8337-A8234E26E1CD}">
      <dgm:prSet phldrT="[Text]" custT="1"/>
      <dgm:spPr/>
      <dgm:t>
        <a:bodyPr/>
        <a:lstStyle/>
        <a:p>
          <a:r>
            <a:rPr lang="en-US" sz="2400" dirty="0">
              <a:latin typeface="Bahnschrift" panose="020B0502040204020203" pitchFamily="34" charset="0"/>
            </a:rPr>
            <a:t>CEE- West</a:t>
          </a:r>
        </a:p>
      </dgm:t>
    </dgm:pt>
    <dgm:pt modelId="{C63F8C1F-AB43-47DA-93D2-3D2F16B00002}" type="parTrans" cxnId="{4BE4DED6-8853-4C53-BC6E-918074C1C6F7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3ED64C9B-B001-4A21-A601-EB3C9CC53A7D}" type="sibTrans" cxnId="{4BE4DED6-8853-4C53-BC6E-918074C1C6F7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F0D9D69C-8FD7-4C0A-89FD-8DD87723E2DE}">
      <dgm:prSet phldrT="[Text]" custT="1"/>
      <dgm:spPr/>
      <dgm:t>
        <a:bodyPr/>
        <a:lstStyle/>
        <a:p>
          <a:r>
            <a:rPr lang="en-US" sz="2400" dirty="0">
              <a:latin typeface="Bahnschrift" panose="020B0502040204020203" pitchFamily="34" charset="0"/>
            </a:rPr>
            <a:t>Addl. CEE- West</a:t>
          </a:r>
        </a:p>
      </dgm:t>
    </dgm:pt>
    <dgm:pt modelId="{03D5BA51-0EF6-4F76-AC12-6FB627ED4AC7}" type="parTrans" cxnId="{637D48C6-D973-4277-95AC-67E2E70309BF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AEF3EA2A-EBFD-45B3-B5C5-83827F955706}" type="sibTrans" cxnId="{637D48C6-D973-4277-95AC-67E2E70309BF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962F7911-2848-48DE-B241-1C45E0CAF8F5}">
      <dgm:prSet phldrT="[Text]" custT="1"/>
      <dgm:spPr/>
      <dgm:t>
        <a:bodyPr/>
        <a:lstStyle/>
        <a:p>
          <a:r>
            <a:rPr lang="en-US" sz="2400" dirty="0">
              <a:latin typeface="Bahnschrift" panose="020B0502040204020203" pitchFamily="34" charset="0"/>
            </a:rPr>
            <a:t>DEE (PEY)</a:t>
          </a:r>
        </a:p>
        <a:p>
          <a:r>
            <a:rPr lang="en-US" sz="1800" dirty="0">
              <a:latin typeface="Bahnschrift" panose="020B0502040204020203" pitchFamily="34" charset="0"/>
            </a:rPr>
            <a:t>Regional field management</a:t>
          </a:r>
        </a:p>
      </dgm:t>
    </dgm:pt>
    <dgm:pt modelId="{FCFD3E97-E052-4DF0-BDEF-2CF61F4AE340}" type="parTrans" cxnId="{FE65F5EE-E80F-4626-91DA-A9DBED347F20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319A4BE6-61F1-43A9-BD58-3D9D9933D979}" type="sibTrans" cxnId="{FE65F5EE-E80F-4626-91DA-A9DBED347F20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E7BBFDE6-FEA1-40B0-9BF7-8D2EFDE40F0E}">
      <dgm:prSet phldrT="[Text]" custT="1"/>
      <dgm:spPr/>
      <dgm:t>
        <a:bodyPr/>
        <a:lstStyle/>
        <a:p>
          <a:r>
            <a:rPr lang="en-US" sz="2400" dirty="0">
              <a:latin typeface="Bahnschrift" panose="020B0502040204020203" pitchFamily="34" charset="0"/>
            </a:rPr>
            <a:t>DEE (SDP)</a:t>
          </a:r>
        </a:p>
        <a:p>
          <a:r>
            <a:rPr lang="en-US" sz="1800" dirty="0">
              <a:latin typeface="Bahnschrift" panose="020B0502040204020203" pitchFamily="34" charset="0"/>
            </a:rPr>
            <a:t>Saidpur Workshop operations.</a:t>
          </a:r>
        </a:p>
      </dgm:t>
    </dgm:pt>
    <dgm:pt modelId="{81DA2F0A-E9A8-44A8-9827-7913CFAA15F6}" type="parTrans" cxnId="{229718E9-2D2E-4C32-A3BA-EEC29154D297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8D767FBC-8F10-4129-AF91-BEDFD9AF88A1}" type="sibTrans" cxnId="{229718E9-2D2E-4C32-A3BA-EEC29154D297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A974B580-E8CB-4818-8F57-3F07A2315531}">
      <dgm:prSet phldrT="[Text]" custT="1"/>
      <dgm:spPr/>
      <dgm:t>
        <a:bodyPr/>
        <a:lstStyle/>
        <a:p>
          <a:r>
            <a:rPr lang="en-US" sz="2400" dirty="0">
              <a:latin typeface="Bahnschrift" panose="020B0502040204020203" pitchFamily="34" charset="0"/>
            </a:rPr>
            <a:t>DEE (LMH)</a:t>
          </a:r>
        </a:p>
        <a:p>
          <a:r>
            <a:rPr lang="en-US" sz="1800" dirty="0">
              <a:latin typeface="Bahnschrift" panose="020B0502040204020203" pitchFamily="34" charset="0"/>
            </a:rPr>
            <a:t>Regional field management</a:t>
          </a:r>
        </a:p>
      </dgm:t>
    </dgm:pt>
    <dgm:pt modelId="{392CCCA2-D86E-4DB7-8ED1-8E8EE2EDD4BD}" type="parTrans" cxnId="{B96F1F44-0A7F-4CB8-83A1-A00501294648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EB96C8FE-B76F-4622-8FB0-18ECD0AE40A7}" type="sibTrans" cxnId="{B96F1F44-0A7F-4CB8-83A1-A00501294648}">
      <dgm:prSet/>
      <dgm:spPr/>
      <dgm:t>
        <a:bodyPr/>
        <a:lstStyle/>
        <a:p>
          <a:endParaRPr lang="en-US" sz="2400">
            <a:latin typeface="Bahnschrift" panose="020B0502040204020203" pitchFamily="34" charset="0"/>
          </a:endParaRPr>
        </a:p>
      </dgm:t>
    </dgm:pt>
    <dgm:pt modelId="{445A6873-12B3-4B98-9436-A8611236E665}" type="pres">
      <dgm:prSet presAssocID="{03A25241-E830-4CCF-B315-F4F0D92261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44D401-9D5A-483D-9A08-06A03FF73FA7}" type="pres">
      <dgm:prSet presAssocID="{60AC68A5-2CBA-4D0C-8337-A8234E26E1CD}" presName="hierRoot1" presStyleCnt="0"/>
      <dgm:spPr/>
    </dgm:pt>
    <dgm:pt modelId="{99CB48C4-AE18-4511-B766-B171CA4BEA65}" type="pres">
      <dgm:prSet presAssocID="{60AC68A5-2CBA-4D0C-8337-A8234E26E1CD}" presName="composite" presStyleCnt="0"/>
      <dgm:spPr/>
    </dgm:pt>
    <dgm:pt modelId="{41570304-C1BD-4D90-A7AF-4255DD54A99B}" type="pres">
      <dgm:prSet presAssocID="{60AC68A5-2CBA-4D0C-8337-A8234E26E1CD}" presName="background" presStyleLbl="node0" presStyleIdx="0" presStyleCnt="1"/>
      <dgm:spPr/>
    </dgm:pt>
    <dgm:pt modelId="{013530D6-423B-4AD6-BD62-432421A4B894}" type="pres">
      <dgm:prSet presAssocID="{60AC68A5-2CBA-4D0C-8337-A8234E26E1CD}" presName="text" presStyleLbl="fgAcc0" presStyleIdx="0" presStyleCnt="1">
        <dgm:presLayoutVars>
          <dgm:chPref val="3"/>
        </dgm:presLayoutVars>
      </dgm:prSet>
      <dgm:spPr/>
    </dgm:pt>
    <dgm:pt modelId="{4C6111A5-0906-4E44-B8FE-4F616E715907}" type="pres">
      <dgm:prSet presAssocID="{60AC68A5-2CBA-4D0C-8337-A8234E26E1CD}" presName="hierChild2" presStyleCnt="0"/>
      <dgm:spPr/>
    </dgm:pt>
    <dgm:pt modelId="{90911B84-E749-4845-BAD8-B3ACA6FD6304}" type="pres">
      <dgm:prSet presAssocID="{03D5BA51-0EF6-4F76-AC12-6FB627ED4AC7}" presName="Name10" presStyleLbl="parChTrans1D2" presStyleIdx="0" presStyleCnt="1"/>
      <dgm:spPr/>
    </dgm:pt>
    <dgm:pt modelId="{448D0000-93B0-4464-89F1-CE1126294210}" type="pres">
      <dgm:prSet presAssocID="{F0D9D69C-8FD7-4C0A-89FD-8DD87723E2DE}" presName="hierRoot2" presStyleCnt="0"/>
      <dgm:spPr/>
    </dgm:pt>
    <dgm:pt modelId="{7B66E19E-E9D2-4D5C-A82E-FD6F0F359E09}" type="pres">
      <dgm:prSet presAssocID="{F0D9D69C-8FD7-4C0A-89FD-8DD87723E2DE}" presName="composite2" presStyleCnt="0"/>
      <dgm:spPr/>
    </dgm:pt>
    <dgm:pt modelId="{EB85AC1C-C915-4B4C-A221-3C90540BCE6D}" type="pres">
      <dgm:prSet presAssocID="{F0D9D69C-8FD7-4C0A-89FD-8DD87723E2DE}" presName="background2" presStyleLbl="node2" presStyleIdx="0" presStyleCnt="1"/>
      <dgm:spPr/>
    </dgm:pt>
    <dgm:pt modelId="{DEE54FD4-E186-4F74-86E3-7F3181C52FC3}" type="pres">
      <dgm:prSet presAssocID="{F0D9D69C-8FD7-4C0A-89FD-8DD87723E2DE}" presName="text2" presStyleLbl="fgAcc2" presStyleIdx="0" presStyleCnt="1">
        <dgm:presLayoutVars>
          <dgm:chPref val="3"/>
        </dgm:presLayoutVars>
      </dgm:prSet>
      <dgm:spPr/>
    </dgm:pt>
    <dgm:pt modelId="{94295572-598A-48AC-A32B-806B14BA76E3}" type="pres">
      <dgm:prSet presAssocID="{F0D9D69C-8FD7-4C0A-89FD-8DD87723E2DE}" presName="hierChild3" presStyleCnt="0"/>
      <dgm:spPr/>
    </dgm:pt>
    <dgm:pt modelId="{2EEE1675-6EE0-4252-826C-4FD88A5A0D99}" type="pres">
      <dgm:prSet presAssocID="{FCFD3E97-E052-4DF0-BDEF-2CF61F4AE340}" presName="Name17" presStyleLbl="parChTrans1D3" presStyleIdx="0" presStyleCnt="3"/>
      <dgm:spPr/>
    </dgm:pt>
    <dgm:pt modelId="{096FBA79-469D-4F0E-BF5C-69FF33872367}" type="pres">
      <dgm:prSet presAssocID="{962F7911-2848-48DE-B241-1C45E0CAF8F5}" presName="hierRoot3" presStyleCnt="0"/>
      <dgm:spPr/>
    </dgm:pt>
    <dgm:pt modelId="{5A43ACE6-CE16-47D4-AD65-AADAA257069A}" type="pres">
      <dgm:prSet presAssocID="{962F7911-2848-48DE-B241-1C45E0CAF8F5}" presName="composite3" presStyleCnt="0"/>
      <dgm:spPr/>
    </dgm:pt>
    <dgm:pt modelId="{ACA320B1-443F-4297-9F13-8412FDB11642}" type="pres">
      <dgm:prSet presAssocID="{962F7911-2848-48DE-B241-1C45E0CAF8F5}" presName="background3" presStyleLbl="node3" presStyleIdx="0" presStyleCnt="3"/>
      <dgm:spPr/>
    </dgm:pt>
    <dgm:pt modelId="{5AD8359C-1AC8-44FB-A2D5-32964B162F81}" type="pres">
      <dgm:prSet presAssocID="{962F7911-2848-48DE-B241-1C45E0CAF8F5}" presName="text3" presStyleLbl="fgAcc3" presStyleIdx="0" presStyleCnt="3">
        <dgm:presLayoutVars>
          <dgm:chPref val="3"/>
        </dgm:presLayoutVars>
      </dgm:prSet>
      <dgm:spPr/>
    </dgm:pt>
    <dgm:pt modelId="{291E3D81-3DC6-4552-9681-B4F4A9B4C4FE}" type="pres">
      <dgm:prSet presAssocID="{962F7911-2848-48DE-B241-1C45E0CAF8F5}" presName="hierChild4" presStyleCnt="0"/>
      <dgm:spPr/>
    </dgm:pt>
    <dgm:pt modelId="{E4E94C9A-E6E3-467F-A62B-963C58141B74}" type="pres">
      <dgm:prSet presAssocID="{392CCCA2-D86E-4DB7-8ED1-8E8EE2EDD4BD}" presName="Name17" presStyleLbl="parChTrans1D3" presStyleIdx="1" presStyleCnt="3"/>
      <dgm:spPr/>
    </dgm:pt>
    <dgm:pt modelId="{327DAC18-7603-45D0-B1DA-69FA6B28DEA5}" type="pres">
      <dgm:prSet presAssocID="{A974B580-E8CB-4818-8F57-3F07A2315531}" presName="hierRoot3" presStyleCnt="0"/>
      <dgm:spPr/>
    </dgm:pt>
    <dgm:pt modelId="{D50FB40E-8494-4CA1-BBBE-58E4C8524CED}" type="pres">
      <dgm:prSet presAssocID="{A974B580-E8CB-4818-8F57-3F07A2315531}" presName="composite3" presStyleCnt="0"/>
      <dgm:spPr/>
    </dgm:pt>
    <dgm:pt modelId="{A2762E0F-E3D0-4584-B0CE-79AAF3475D83}" type="pres">
      <dgm:prSet presAssocID="{A974B580-E8CB-4818-8F57-3F07A2315531}" presName="background3" presStyleLbl="node3" presStyleIdx="1" presStyleCnt="3"/>
      <dgm:spPr/>
    </dgm:pt>
    <dgm:pt modelId="{1D96E5D8-5568-4B92-9891-88EF4FC61069}" type="pres">
      <dgm:prSet presAssocID="{A974B580-E8CB-4818-8F57-3F07A2315531}" presName="text3" presStyleLbl="fgAcc3" presStyleIdx="1" presStyleCnt="3">
        <dgm:presLayoutVars>
          <dgm:chPref val="3"/>
        </dgm:presLayoutVars>
      </dgm:prSet>
      <dgm:spPr/>
    </dgm:pt>
    <dgm:pt modelId="{3F31535A-4FC2-495D-968D-4384B229F825}" type="pres">
      <dgm:prSet presAssocID="{A974B580-E8CB-4818-8F57-3F07A2315531}" presName="hierChild4" presStyleCnt="0"/>
      <dgm:spPr/>
    </dgm:pt>
    <dgm:pt modelId="{5D9ED347-9D49-44E6-A273-4D086C2AC30D}" type="pres">
      <dgm:prSet presAssocID="{81DA2F0A-E9A8-44A8-9827-7913CFAA15F6}" presName="Name17" presStyleLbl="parChTrans1D3" presStyleIdx="2" presStyleCnt="3"/>
      <dgm:spPr/>
    </dgm:pt>
    <dgm:pt modelId="{E4682EC3-43AB-4F1B-978A-4B7CBBE61919}" type="pres">
      <dgm:prSet presAssocID="{E7BBFDE6-FEA1-40B0-9BF7-8D2EFDE40F0E}" presName="hierRoot3" presStyleCnt="0"/>
      <dgm:spPr/>
    </dgm:pt>
    <dgm:pt modelId="{E1D6AC7F-EB13-4CD4-BE26-F4ACAB0D2677}" type="pres">
      <dgm:prSet presAssocID="{E7BBFDE6-FEA1-40B0-9BF7-8D2EFDE40F0E}" presName="composite3" presStyleCnt="0"/>
      <dgm:spPr/>
    </dgm:pt>
    <dgm:pt modelId="{C2D4612F-E3AA-44E9-A018-ADA77EB127C6}" type="pres">
      <dgm:prSet presAssocID="{E7BBFDE6-FEA1-40B0-9BF7-8D2EFDE40F0E}" presName="background3" presStyleLbl="node3" presStyleIdx="2" presStyleCnt="3"/>
      <dgm:spPr/>
    </dgm:pt>
    <dgm:pt modelId="{02D6F087-CE51-469E-B4FB-D258D292C295}" type="pres">
      <dgm:prSet presAssocID="{E7BBFDE6-FEA1-40B0-9BF7-8D2EFDE40F0E}" presName="text3" presStyleLbl="fgAcc3" presStyleIdx="2" presStyleCnt="3">
        <dgm:presLayoutVars>
          <dgm:chPref val="3"/>
        </dgm:presLayoutVars>
      </dgm:prSet>
      <dgm:spPr/>
    </dgm:pt>
    <dgm:pt modelId="{098EDB6B-CC67-46A4-BE92-B1E052D06633}" type="pres">
      <dgm:prSet presAssocID="{E7BBFDE6-FEA1-40B0-9BF7-8D2EFDE40F0E}" presName="hierChild4" presStyleCnt="0"/>
      <dgm:spPr/>
    </dgm:pt>
  </dgm:ptLst>
  <dgm:cxnLst>
    <dgm:cxn modelId="{77781A22-668B-4372-88CC-93786E451F4D}" type="presOf" srcId="{03D5BA51-0EF6-4F76-AC12-6FB627ED4AC7}" destId="{90911B84-E749-4845-BAD8-B3ACA6FD6304}" srcOrd="0" destOrd="0" presId="urn:microsoft.com/office/officeart/2005/8/layout/hierarchy1"/>
    <dgm:cxn modelId="{B96F1F44-0A7F-4CB8-83A1-A00501294648}" srcId="{F0D9D69C-8FD7-4C0A-89FD-8DD87723E2DE}" destId="{A974B580-E8CB-4818-8F57-3F07A2315531}" srcOrd="1" destOrd="0" parTransId="{392CCCA2-D86E-4DB7-8ED1-8E8EE2EDD4BD}" sibTransId="{EB96C8FE-B76F-4622-8FB0-18ECD0AE40A7}"/>
    <dgm:cxn modelId="{4FDC3B45-4D3C-4808-B2E2-6FEC3D53E2D4}" type="presOf" srcId="{392CCCA2-D86E-4DB7-8ED1-8E8EE2EDD4BD}" destId="{E4E94C9A-E6E3-467F-A62B-963C58141B74}" srcOrd="0" destOrd="0" presId="urn:microsoft.com/office/officeart/2005/8/layout/hierarchy1"/>
    <dgm:cxn modelId="{83506577-536B-4A4E-9607-18EE61B26E60}" type="presOf" srcId="{E7BBFDE6-FEA1-40B0-9BF7-8D2EFDE40F0E}" destId="{02D6F087-CE51-469E-B4FB-D258D292C295}" srcOrd="0" destOrd="0" presId="urn:microsoft.com/office/officeart/2005/8/layout/hierarchy1"/>
    <dgm:cxn modelId="{1F923E9B-7ADC-4977-A7F6-8397764CDCF6}" type="presOf" srcId="{FCFD3E97-E052-4DF0-BDEF-2CF61F4AE340}" destId="{2EEE1675-6EE0-4252-826C-4FD88A5A0D99}" srcOrd="0" destOrd="0" presId="urn:microsoft.com/office/officeart/2005/8/layout/hierarchy1"/>
    <dgm:cxn modelId="{D8C8A2B9-1CA6-4B09-85F3-3F63FA5BFA47}" type="presOf" srcId="{81DA2F0A-E9A8-44A8-9827-7913CFAA15F6}" destId="{5D9ED347-9D49-44E6-A273-4D086C2AC30D}" srcOrd="0" destOrd="0" presId="urn:microsoft.com/office/officeart/2005/8/layout/hierarchy1"/>
    <dgm:cxn modelId="{115CECBC-E5AB-4DC4-84B9-8A219D145E2F}" type="presOf" srcId="{60AC68A5-2CBA-4D0C-8337-A8234E26E1CD}" destId="{013530D6-423B-4AD6-BD62-432421A4B894}" srcOrd="0" destOrd="0" presId="urn:microsoft.com/office/officeart/2005/8/layout/hierarchy1"/>
    <dgm:cxn modelId="{637D48C6-D973-4277-95AC-67E2E70309BF}" srcId="{60AC68A5-2CBA-4D0C-8337-A8234E26E1CD}" destId="{F0D9D69C-8FD7-4C0A-89FD-8DD87723E2DE}" srcOrd="0" destOrd="0" parTransId="{03D5BA51-0EF6-4F76-AC12-6FB627ED4AC7}" sibTransId="{AEF3EA2A-EBFD-45B3-B5C5-83827F955706}"/>
    <dgm:cxn modelId="{7BBB5ECA-E7E4-45B3-AD6B-26ED6C46224E}" type="presOf" srcId="{962F7911-2848-48DE-B241-1C45E0CAF8F5}" destId="{5AD8359C-1AC8-44FB-A2D5-32964B162F81}" srcOrd="0" destOrd="0" presId="urn:microsoft.com/office/officeart/2005/8/layout/hierarchy1"/>
    <dgm:cxn modelId="{243490D5-493D-4C11-BA98-E049660B3ACF}" type="presOf" srcId="{F0D9D69C-8FD7-4C0A-89FD-8DD87723E2DE}" destId="{DEE54FD4-E186-4F74-86E3-7F3181C52FC3}" srcOrd="0" destOrd="0" presId="urn:microsoft.com/office/officeart/2005/8/layout/hierarchy1"/>
    <dgm:cxn modelId="{4BE4DED6-8853-4C53-BC6E-918074C1C6F7}" srcId="{03A25241-E830-4CCF-B315-F4F0D9226126}" destId="{60AC68A5-2CBA-4D0C-8337-A8234E26E1CD}" srcOrd="0" destOrd="0" parTransId="{C63F8C1F-AB43-47DA-93D2-3D2F16B00002}" sibTransId="{3ED64C9B-B001-4A21-A601-EB3C9CC53A7D}"/>
    <dgm:cxn modelId="{229718E9-2D2E-4C32-A3BA-EEC29154D297}" srcId="{F0D9D69C-8FD7-4C0A-89FD-8DD87723E2DE}" destId="{E7BBFDE6-FEA1-40B0-9BF7-8D2EFDE40F0E}" srcOrd="2" destOrd="0" parTransId="{81DA2F0A-E9A8-44A8-9827-7913CFAA15F6}" sibTransId="{8D767FBC-8F10-4129-AF91-BEDFD9AF88A1}"/>
    <dgm:cxn modelId="{91805EEA-1DAC-4F35-9C7F-9CBF894285BB}" type="presOf" srcId="{A974B580-E8CB-4818-8F57-3F07A2315531}" destId="{1D96E5D8-5568-4B92-9891-88EF4FC61069}" srcOrd="0" destOrd="0" presId="urn:microsoft.com/office/officeart/2005/8/layout/hierarchy1"/>
    <dgm:cxn modelId="{FE65F5EE-E80F-4626-91DA-A9DBED347F20}" srcId="{F0D9D69C-8FD7-4C0A-89FD-8DD87723E2DE}" destId="{962F7911-2848-48DE-B241-1C45E0CAF8F5}" srcOrd="0" destOrd="0" parTransId="{FCFD3E97-E052-4DF0-BDEF-2CF61F4AE340}" sibTransId="{319A4BE6-61F1-43A9-BD58-3D9D9933D979}"/>
    <dgm:cxn modelId="{B0F207FA-DCBA-4831-B01A-1C217BF8EB37}" type="presOf" srcId="{03A25241-E830-4CCF-B315-F4F0D9226126}" destId="{445A6873-12B3-4B98-9436-A8611236E665}" srcOrd="0" destOrd="0" presId="urn:microsoft.com/office/officeart/2005/8/layout/hierarchy1"/>
    <dgm:cxn modelId="{9BBF152D-C859-4DED-B5C9-27C558B75088}" type="presParOf" srcId="{445A6873-12B3-4B98-9436-A8611236E665}" destId="{4644D401-9D5A-483D-9A08-06A03FF73FA7}" srcOrd="0" destOrd="0" presId="urn:microsoft.com/office/officeart/2005/8/layout/hierarchy1"/>
    <dgm:cxn modelId="{F7DE3508-FCCC-4B46-92E7-5AB5168D25AC}" type="presParOf" srcId="{4644D401-9D5A-483D-9A08-06A03FF73FA7}" destId="{99CB48C4-AE18-4511-B766-B171CA4BEA65}" srcOrd="0" destOrd="0" presId="urn:microsoft.com/office/officeart/2005/8/layout/hierarchy1"/>
    <dgm:cxn modelId="{DB0ADC59-27AE-4176-B092-1A0F940D3692}" type="presParOf" srcId="{99CB48C4-AE18-4511-B766-B171CA4BEA65}" destId="{41570304-C1BD-4D90-A7AF-4255DD54A99B}" srcOrd="0" destOrd="0" presId="urn:microsoft.com/office/officeart/2005/8/layout/hierarchy1"/>
    <dgm:cxn modelId="{106C157B-52CD-424B-803B-52056C344F6D}" type="presParOf" srcId="{99CB48C4-AE18-4511-B766-B171CA4BEA65}" destId="{013530D6-423B-4AD6-BD62-432421A4B894}" srcOrd="1" destOrd="0" presId="urn:microsoft.com/office/officeart/2005/8/layout/hierarchy1"/>
    <dgm:cxn modelId="{4D5D68A6-B6E8-4C92-BA3B-ED8181BD80CB}" type="presParOf" srcId="{4644D401-9D5A-483D-9A08-06A03FF73FA7}" destId="{4C6111A5-0906-4E44-B8FE-4F616E715907}" srcOrd="1" destOrd="0" presId="urn:microsoft.com/office/officeart/2005/8/layout/hierarchy1"/>
    <dgm:cxn modelId="{39A123EE-5540-4593-BF65-83CFEBA5AA0A}" type="presParOf" srcId="{4C6111A5-0906-4E44-B8FE-4F616E715907}" destId="{90911B84-E749-4845-BAD8-B3ACA6FD6304}" srcOrd="0" destOrd="0" presId="urn:microsoft.com/office/officeart/2005/8/layout/hierarchy1"/>
    <dgm:cxn modelId="{1C138360-BFE0-4890-8836-DE512091A5BD}" type="presParOf" srcId="{4C6111A5-0906-4E44-B8FE-4F616E715907}" destId="{448D0000-93B0-4464-89F1-CE1126294210}" srcOrd="1" destOrd="0" presId="urn:microsoft.com/office/officeart/2005/8/layout/hierarchy1"/>
    <dgm:cxn modelId="{B6AF71B6-CC4E-42D3-98B3-66D611FFD5B2}" type="presParOf" srcId="{448D0000-93B0-4464-89F1-CE1126294210}" destId="{7B66E19E-E9D2-4D5C-A82E-FD6F0F359E09}" srcOrd="0" destOrd="0" presId="urn:microsoft.com/office/officeart/2005/8/layout/hierarchy1"/>
    <dgm:cxn modelId="{92BA8684-8A7A-43B6-9DA0-FF076D0DA466}" type="presParOf" srcId="{7B66E19E-E9D2-4D5C-A82E-FD6F0F359E09}" destId="{EB85AC1C-C915-4B4C-A221-3C90540BCE6D}" srcOrd="0" destOrd="0" presId="urn:microsoft.com/office/officeart/2005/8/layout/hierarchy1"/>
    <dgm:cxn modelId="{35BBF2C9-168A-4C48-A0DB-652E0A9810A9}" type="presParOf" srcId="{7B66E19E-E9D2-4D5C-A82E-FD6F0F359E09}" destId="{DEE54FD4-E186-4F74-86E3-7F3181C52FC3}" srcOrd="1" destOrd="0" presId="urn:microsoft.com/office/officeart/2005/8/layout/hierarchy1"/>
    <dgm:cxn modelId="{FAB60E7A-9E55-401B-B5A8-465D91642447}" type="presParOf" srcId="{448D0000-93B0-4464-89F1-CE1126294210}" destId="{94295572-598A-48AC-A32B-806B14BA76E3}" srcOrd="1" destOrd="0" presId="urn:microsoft.com/office/officeart/2005/8/layout/hierarchy1"/>
    <dgm:cxn modelId="{D42715F7-790A-418B-B303-66328213F9C6}" type="presParOf" srcId="{94295572-598A-48AC-A32B-806B14BA76E3}" destId="{2EEE1675-6EE0-4252-826C-4FD88A5A0D99}" srcOrd="0" destOrd="0" presId="urn:microsoft.com/office/officeart/2005/8/layout/hierarchy1"/>
    <dgm:cxn modelId="{E2565A48-676F-46B7-A0EA-296EB31D049F}" type="presParOf" srcId="{94295572-598A-48AC-A32B-806B14BA76E3}" destId="{096FBA79-469D-4F0E-BF5C-69FF33872367}" srcOrd="1" destOrd="0" presId="urn:microsoft.com/office/officeart/2005/8/layout/hierarchy1"/>
    <dgm:cxn modelId="{491A9AC7-8E53-47F5-A50F-8A01E9A58EDB}" type="presParOf" srcId="{096FBA79-469D-4F0E-BF5C-69FF33872367}" destId="{5A43ACE6-CE16-47D4-AD65-AADAA257069A}" srcOrd="0" destOrd="0" presId="urn:microsoft.com/office/officeart/2005/8/layout/hierarchy1"/>
    <dgm:cxn modelId="{65FE79B8-DD1F-4391-817E-A9710F60CAF5}" type="presParOf" srcId="{5A43ACE6-CE16-47D4-AD65-AADAA257069A}" destId="{ACA320B1-443F-4297-9F13-8412FDB11642}" srcOrd="0" destOrd="0" presId="urn:microsoft.com/office/officeart/2005/8/layout/hierarchy1"/>
    <dgm:cxn modelId="{AC8D5178-62B9-413D-9CAD-F89275D0422D}" type="presParOf" srcId="{5A43ACE6-CE16-47D4-AD65-AADAA257069A}" destId="{5AD8359C-1AC8-44FB-A2D5-32964B162F81}" srcOrd="1" destOrd="0" presId="urn:microsoft.com/office/officeart/2005/8/layout/hierarchy1"/>
    <dgm:cxn modelId="{06BA62EA-87C5-4DA4-B589-9942490B5261}" type="presParOf" srcId="{096FBA79-469D-4F0E-BF5C-69FF33872367}" destId="{291E3D81-3DC6-4552-9681-B4F4A9B4C4FE}" srcOrd="1" destOrd="0" presId="urn:microsoft.com/office/officeart/2005/8/layout/hierarchy1"/>
    <dgm:cxn modelId="{CBA23F96-4B78-424C-8DDA-D25488A0F042}" type="presParOf" srcId="{94295572-598A-48AC-A32B-806B14BA76E3}" destId="{E4E94C9A-E6E3-467F-A62B-963C58141B74}" srcOrd="2" destOrd="0" presId="urn:microsoft.com/office/officeart/2005/8/layout/hierarchy1"/>
    <dgm:cxn modelId="{AAA65F57-58BB-42B8-8DEA-5B496B0559E0}" type="presParOf" srcId="{94295572-598A-48AC-A32B-806B14BA76E3}" destId="{327DAC18-7603-45D0-B1DA-69FA6B28DEA5}" srcOrd="3" destOrd="0" presId="urn:microsoft.com/office/officeart/2005/8/layout/hierarchy1"/>
    <dgm:cxn modelId="{CA273642-28C5-4830-B9A7-A714114BFE83}" type="presParOf" srcId="{327DAC18-7603-45D0-B1DA-69FA6B28DEA5}" destId="{D50FB40E-8494-4CA1-BBBE-58E4C8524CED}" srcOrd="0" destOrd="0" presId="urn:microsoft.com/office/officeart/2005/8/layout/hierarchy1"/>
    <dgm:cxn modelId="{82AD889C-F41A-40AF-BB9F-1C41D844562F}" type="presParOf" srcId="{D50FB40E-8494-4CA1-BBBE-58E4C8524CED}" destId="{A2762E0F-E3D0-4584-B0CE-79AAF3475D83}" srcOrd="0" destOrd="0" presId="urn:microsoft.com/office/officeart/2005/8/layout/hierarchy1"/>
    <dgm:cxn modelId="{C2CC59F6-881C-40F8-8881-10C197B9442A}" type="presParOf" srcId="{D50FB40E-8494-4CA1-BBBE-58E4C8524CED}" destId="{1D96E5D8-5568-4B92-9891-88EF4FC61069}" srcOrd="1" destOrd="0" presId="urn:microsoft.com/office/officeart/2005/8/layout/hierarchy1"/>
    <dgm:cxn modelId="{5ECC0AC6-8232-4BAB-B16C-25336F3280E3}" type="presParOf" srcId="{327DAC18-7603-45D0-B1DA-69FA6B28DEA5}" destId="{3F31535A-4FC2-495D-968D-4384B229F825}" srcOrd="1" destOrd="0" presId="urn:microsoft.com/office/officeart/2005/8/layout/hierarchy1"/>
    <dgm:cxn modelId="{AEF82B47-0CE5-4B5C-B725-848D84879AA0}" type="presParOf" srcId="{94295572-598A-48AC-A32B-806B14BA76E3}" destId="{5D9ED347-9D49-44E6-A273-4D086C2AC30D}" srcOrd="4" destOrd="0" presId="urn:microsoft.com/office/officeart/2005/8/layout/hierarchy1"/>
    <dgm:cxn modelId="{5B944D91-8954-4C7C-9DDA-3D78BFA51039}" type="presParOf" srcId="{94295572-598A-48AC-A32B-806B14BA76E3}" destId="{E4682EC3-43AB-4F1B-978A-4B7CBBE61919}" srcOrd="5" destOrd="0" presId="urn:microsoft.com/office/officeart/2005/8/layout/hierarchy1"/>
    <dgm:cxn modelId="{98703D13-3B4B-44EC-983A-8C0A4B296E1E}" type="presParOf" srcId="{E4682EC3-43AB-4F1B-978A-4B7CBBE61919}" destId="{E1D6AC7F-EB13-4CD4-BE26-F4ACAB0D2677}" srcOrd="0" destOrd="0" presId="urn:microsoft.com/office/officeart/2005/8/layout/hierarchy1"/>
    <dgm:cxn modelId="{9627E2AF-9481-428D-89B3-1515A3280B8D}" type="presParOf" srcId="{E1D6AC7F-EB13-4CD4-BE26-F4ACAB0D2677}" destId="{C2D4612F-E3AA-44E9-A018-ADA77EB127C6}" srcOrd="0" destOrd="0" presId="urn:microsoft.com/office/officeart/2005/8/layout/hierarchy1"/>
    <dgm:cxn modelId="{98C54898-43C2-4CF9-B055-89FBCCD848A2}" type="presParOf" srcId="{E1D6AC7F-EB13-4CD4-BE26-F4ACAB0D2677}" destId="{02D6F087-CE51-469E-B4FB-D258D292C295}" srcOrd="1" destOrd="0" presId="urn:microsoft.com/office/officeart/2005/8/layout/hierarchy1"/>
    <dgm:cxn modelId="{211DB78B-A643-4FEA-A64E-92DA8F7B8189}" type="presParOf" srcId="{E4682EC3-43AB-4F1B-978A-4B7CBBE61919}" destId="{098EDB6B-CC67-46A4-BE92-B1E052D066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FA2820-7633-4607-B3F8-C4ED9AD6E523}" type="doc">
      <dgm:prSet loTypeId="urn:microsoft.com/office/officeart/2005/8/layout/hierarchy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F9569C78-D56B-4C32-A1B3-BBC247A74F5D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ADG (Development)</a:t>
          </a:r>
        </a:p>
      </dgm:t>
    </dgm:pt>
    <dgm:pt modelId="{27A7C183-4D21-46DA-8BA0-FD5F3D6DBF4F}" type="parTrans" cxnId="{071288FC-84DD-410C-BCD9-140C29426F96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200F72A0-632D-4495-817B-12C29726446B}" type="sibTrans" cxnId="{071288FC-84DD-410C-BCD9-140C29426F96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13893F24-6827-48AC-AF04-6AE9A66EFB38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JDG (Development/RS)</a:t>
          </a:r>
        </a:p>
      </dgm:t>
    </dgm:pt>
    <dgm:pt modelId="{40E3F165-EF6A-4F9A-B1AC-C94AFAD8DC7A}" type="parTrans" cxnId="{FE305370-44F2-4D90-8B09-158A2D5071E9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FBCAB90A-4E27-45B8-BAC8-B4CD668227EB}" type="sibTrans" cxnId="{FE305370-44F2-4D90-8B09-158A2D5071E9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21ED6436-EE23-43EE-BF08-81FCDE40035C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Director (</a:t>
          </a:r>
          <a:r>
            <a:rPr lang="en-US" sz="1400" dirty="0" err="1">
              <a:latin typeface="Bahnschrift" panose="020B0502040204020203" pitchFamily="34" charset="0"/>
            </a:rPr>
            <a:t>DnS</a:t>
          </a:r>
          <a:r>
            <a:rPr lang="en-US" sz="1400" dirty="0">
              <a:latin typeface="Bahnschrift" panose="020B0502040204020203" pitchFamily="34" charset="0"/>
            </a:rPr>
            <a:t>/E/ME)</a:t>
          </a:r>
        </a:p>
      </dgm:t>
    </dgm:pt>
    <dgm:pt modelId="{2A49ED7E-5A0E-4E94-9454-9D48B95FAE64}" type="parTrans" cxnId="{A14AF243-88C1-433A-8F1A-A7631A343EC2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37A421EC-F900-4787-ACB8-7FC624F8FA8B}" type="sibTrans" cxnId="{A14AF243-88C1-433A-8F1A-A7631A343EC2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8965C307-28E4-40C6-BC9D-4E24509AE2C6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Sr. Assistant Director (</a:t>
          </a:r>
          <a:r>
            <a:rPr lang="en-US" sz="1400" dirty="0" err="1">
              <a:latin typeface="Bahnschrift" panose="020B0502040204020203" pitchFamily="34" charset="0"/>
            </a:rPr>
            <a:t>DnS</a:t>
          </a:r>
          <a:r>
            <a:rPr lang="en-US" sz="1400" dirty="0">
              <a:latin typeface="Bahnschrift" panose="020B0502040204020203" pitchFamily="34" charset="0"/>
            </a:rPr>
            <a:t>/Elect.)</a:t>
          </a:r>
        </a:p>
      </dgm:t>
    </dgm:pt>
    <dgm:pt modelId="{CDD38091-D050-4F14-BE01-11F920DD6021}" type="parTrans" cxnId="{2A16F42A-E04C-4BE2-88CD-17EA5BF2E425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B5BA9DBC-9454-417F-888C-B763D1C9A1F0}" type="sibTrans" cxnId="{2A16F42A-E04C-4BE2-88CD-17EA5BF2E425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4B9D4D82-0B80-495A-BB90-E6637B96810A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JDG (</a:t>
          </a:r>
          <a:r>
            <a:rPr lang="en-US" sz="1400" dirty="0" err="1">
              <a:latin typeface="Bahnschrift" panose="020B0502040204020203" pitchFamily="34" charset="0"/>
            </a:rPr>
            <a:t>DnS</a:t>
          </a:r>
          <a:r>
            <a:rPr lang="en-US" sz="1400" dirty="0">
              <a:latin typeface="Bahnschrift" panose="020B0502040204020203" pitchFamily="34" charset="0"/>
            </a:rPr>
            <a:t>)</a:t>
          </a:r>
        </a:p>
      </dgm:t>
    </dgm:pt>
    <dgm:pt modelId="{4F8E440E-9539-4281-97A7-FEA2844DFA0F}" type="parTrans" cxnId="{4D4DF664-5D18-4EED-AB8F-FFC1899FCA0F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225CA744-A25E-4954-B5CB-9E5158286CB8}" type="sibTrans" cxnId="{4D4DF664-5D18-4EED-AB8F-FFC1899FCA0F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8B11976C-B4DE-4811-8936-37EC245166D9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Director (Dev./Elect.)</a:t>
          </a:r>
        </a:p>
      </dgm:t>
    </dgm:pt>
    <dgm:pt modelId="{B78CD322-4FCA-45E1-9FA5-7B8AFD784A52}" type="parTrans" cxnId="{6A92811A-209C-4BA1-B85C-41865008E7DC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9550E58F-02AD-42AB-B68F-9BE58E7A82DA}" type="sibTrans" cxnId="{6A92811A-209C-4BA1-B85C-41865008E7DC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010584A8-30AF-41C7-AEFC-EE552E0C6F90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Sr. Assistant Director (Dev./Elect.)</a:t>
          </a:r>
        </a:p>
      </dgm:t>
    </dgm:pt>
    <dgm:pt modelId="{825A9D70-3A64-4F5F-B5D5-CE2133BC1293}" type="parTrans" cxnId="{309A771A-F954-46A8-9954-1B9F9FDD0839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140B01BF-4B38-452B-AB18-CB02E0597A57}" type="sibTrans" cxnId="{309A771A-F954-46A8-9954-1B9F9FDD0839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B3A008DD-2900-46AD-9DF9-F8A589F25F69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Assistant Director (Dev./Elect.)</a:t>
          </a:r>
        </a:p>
      </dgm:t>
    </dgm:pt>
    <dgm:pt modelId="{2C6507B7-0995-4745-97E3-133BE27BDF7F}" type="parTrans" cxnId="{4113B88B-86EC-4863-9385-B1CFB45F10F3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030FA7F7-457E-4FF4-B6B0-9E56B9AB4358}" type="sibTrans" cxnId="{4113B88B-86EC-4863-9385-B1CFB45F10F3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A2C8AD0E-3F8A-44AB-A2CF-C6BEFF309639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Assistant Director (</a:t>
          </a:r>
          <a:r>
            <a:rPr lang="en-US" sz="1400" dirty="0" err="1">
              <a:latin typeface="Bahnschrift" panose="020B0502040204020203" pitchFamily="34" charset="0"/>
            </a:rPr>
            <a:t>DnS</a:t>
          </a:r>
          <a:r>
            <a:rPr lang="en-US" sz="1400" dirty="0">
              <a:latin typeface="Bahnschrift" panose="020B0502040204020203" pitchFamily="34" charset="0"/>
            </a:rPr>
            <a:t>/Elect.)</a:t>
          </a:r>
        </a:p>
      </dgm:t>
    </dgm:pt>
    <dgm:pt modelId="{3C4567CA-D012-4338-A25D-D6824C5B6118}" type="parTrans" cxnId="{37D8A37E-6792-4D38-9918-818106C4A0F1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2CCB4122-9D3C-4AE1-B0E1-3D9FF68DCD96}" type="sibTrans" cxnId="{37D8A37E-6792-4D38-9918-818106C4A0F1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FAE88DC0-F50F-4A12-AAC1-0339E36639E6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Director (Dev./ME)</a:t>
          </a:r>
        </a:p>
      </dgm:t>
    </dgm:pt>
    <dgm:pt modelId="{3D361490-E1C5-44B9-954C-2258A490453B}" type="parTrans" cxnId="{81412129-6571-45CC-8703-E8F2F19DBA95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EC9AD76B-769D-414D-9F2F-92ED591F99BA}" type="sibTrans" cxnId="{81412129-6571-45CC-8703-E8F2F19DBA95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7F39E40D-7671-4228-BD6E-39EFA391DC87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Sr. Assistant Director (Dev./ME)</a:t>
          </a:r>
        </a:p>
      </dgm:t>
    </dgm:pt>
    <dgm:pt modelId="{A3B32591-38D2-4A09-94D7-BE8C546B0A67}" type="parTrans" cxnId="{5F6A38EA-0998-48A6-A87F-9D5A1A5FD3C7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43EDB6A0-7D27-4497-8061-F09FD2046934}" type="sibTrans" cxnId="{5F6A38EA-0998-48A6-A87F-9D5A1A5FD3C7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D48E9783-C624-49EE-8DCE-7FD1E6FE28BA}">
      <dgm:prSet phldrT="[Text]" custT="1"/>
      <dgm:spPr/>
      <dgm:t>
        <a:bodyPr/>
        <a:lstStyle/>
        <a:p>
          <a:r>
            <a:rPr lang="en-US" sz="1400" dirty="0">
              <a:latin typeface="Bahnschrift" panose="020B0502040204020203" pitchFamily="34" charset="0"/>
            </a:rPr>
            <a:t>Assistant Director (Dev./ME)</a:t>
          </a:r>
        </a:p>
      </dgm:t>
    </dgm:pt>
    <dgm:pt modelId="{E9A4B39E-24CF-4715-95E9-6C160D0AAFBA}" type="parTrans" cxnId="{05EA749C-233D-4258-B585-E525CF4952E0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BBDB6BFE-5D87-459B-88EE-E127AC27AEEC}" type="sibTrans" cxnId="{05EA749C-233D-4258-B585-E525CF4952E0}">
      <dgm:prSet/>
      <dgm:spPr/>
      <dgm:t>
        <a:bodyPr/>
        <a:lstStyle/>
        <a:p>
          <a:endParaRPr lang="en-US" sz="1400">
            <a:latin typeface="Bahnschrift" panose="020B0502040204020203" pitchFamily="34" charset="0"/>
          </a:endParaRPr>
        </a:p>
      </dgm:t>
    </dgm:pt>
    <dgm:pt modelId="{BF2D8151-BE1E-4392-91EC-AA26E508782B}" type="pres">
      <dgm:prSet presAssocID="{AAFA2820-7633-4607-B3F8-C4ED9AD6E52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685922-9027-499B-939C-EF18B3B43707}" type="pres">
      <dgm:prSet presAssocID="{F9569C78-D56B-4C32-A1B3-BBC247A74F5D}" presName="hierRoot1" presStyleCnt="0"/>
      <dgm:spPr/>
    </dgm:pt>
    <dgm:pt modelId="{20F96E97-46AD-49EA-AFCB-54336ADDF7D8}" type="pres">
      <dgm:prSet presAssocID="{F9569C78-D56B-4C32-A1B3-BBC247A74F5D}" presName="composite" presStyleCnt="0"/>
      <dgm:spPr/>
    </dgm:pt>
    <dgm:pt modelId="{D29AB0BC-8882-42F3-A3AC-74A41793746C}" type="pres">
      <dgm:prSet presAssocID="{F9569C78-D56B-4C32-A1B3-BBC247A74F5D}" presName="background" presStyleLbl="node0" presStyleIdx="0" presStyleCnt="1"/>
      <dgm:spPr/>
    </dgm:pt>
    <dgm:pt modelId="{F44D2246-B0BB-4375-98B1-03CC363FCB68}" type="pres">
      <dgm:prSet presAssocID="{F9569C78-D56B-4C32-A1B3-BBC247A74F5D}" presName="text" presStyleLbl="fgAcc0" presStyleIdx="0" presStyleCnt="1" custScaleX="115088">
        <dgm:presLayoutVars>
          <dgm:chPref val="3"/>
        </dgm:presLayoutVars>
      </dgm:prSet>
      <dgm:spPr/>
    </dgm:pt>
    <dgm:pt modelId="{22640833-E00D-4C4F-A8CE-AA26A57E3DB2}" type="pres">
      <dgm:prSet presAssocID="{F9569C78-D56B-4C32-A1B3-BBC247A74F5D}" presName="hierChild2" presStyleCnt="0"/>
      <dgm:spPr/>
    </dgm:pt>
    <dgm:pt modelId="{5EFBA3A7-3757-4B80-BECF-5D346BA08FBA}" type="pres">
      <dgm:prSet presAssocID="{40E3F165-EF6A-4F9A-B1AC-C94AFAD8DC7A}" presName="Name10" presStyleLbl="parChTrans1D2" presStyleIdx="0" presStyleCnt="2"/>
      <dgm:spPr/>
    </dgm:pt>
    <dgm:pt modelId="{1DC045E7-C3B8-4D13-8774-A2F4ADBD7693}" type="pres">
      <dgm:prSet presAssocID="{13893F24-6827-48AC-AF04-6AE9A66EFB38}" presName="hierRoot2" presStyleCnt="0"/>
      <dgm:spPr/>
    </dgm:pt>
    <dgm:pt modelId="{047C0644-17D4-481D-8540-5C81D272A314}" type="pres">
      <dgm:prSet presAssocID="{13893F24-6827-48AC-AF04-6AE9A66EFB38}" presName="composite2" presStyleCnt="0"/>
      <dgm:spPr/>
    </dgm:pt>
    <dgm:pt modelId="{959311DF-C4B5-465F-8BF5-A3F2CB2CB971}" type="pres">
      <dgm:prSet presAssocID="{13893F24-6827-48AC-AF04-6AE9A66EFB38}" presName="background2" presStyleLbl="node2" presStyleIdx="0" presStyleCnt="2"/>
      <dgm:spPr/>
    </dgm:pt>
    <dgm:pt modelId="{2F07A6B2-1972-4086-A5F7-D12E67C7BE88}" type="pres">
      <dgm:prSet presAssocID="{13893F24-6827-48AC-AF04-6AE9A66EFB38}" presName="text2" presStyleLbl="fgAcc2" presStyleIdx="0" presStyleCnt="2">
        <dgm:presLayoutVars>
          <dgm:chPref val="3"/>
        </dgm:presLayoutVars>
      </dgm:prSet>
      <dgm:spPr/>
    </dgm:pt>
    <dgm:pt modelId="{01713F71-370B-4609-AA02-91185CCD2457}" type="pres">
      <dgm:prSet presAssocID="{13893F24-6827-48AC-AF04-6AE9A66EFB38}" presName="hierChild3" presStyleCnt="0"/>
      <dgm:spPr/>
    </dgm:pt>
    <dgm:pt modelId="{EB594E22-1066-4345-BE94-08A3D0E2C2B1}" type="pres">
      <dgm:prSet presAssocID="{B78CD322-4FCA-45E1-9FA5-7B8AFD784A52}" presName="Name17" presStyleLbl="parChTrans1D3" presStyleIdx="0" presStyleCnt="3"/>
      <dgm:spPr/>
    </dgm:pt>
    <dgm:pt modelId="{75ED71F2-712C-4A64-B717-6E36D3AA29FC}" type="pres">
      <dgm:prSet presAssocID="{8B11976C-B4DE-4811-8936-37EC245166D9}" presName="hierRoot3" presStyleCnt="0"/>
      <dgm:spPr/>
    </dgm:pt>
    <dgm:pt modelId="{768CB7C2-2942-456D-8DC8-DA7585F24810}" type="pres">
      <dgm:prSet presAssocID="{8B11976C-B4DE-4811-8936-37EC245166D9}" presName="composite3" presStyleCnt="0"/>
      <dgm:spPr/>
    </dgm:pt>
    <dgm:pt modelId="{4F0FAA54-8E9E-4CDB-AEE4-008512F0E7FB}" type="pres">
      <dgm:prSet presAssocID="{8B11976C-B4DE-4811-8936-37EC245166D9}" presName="background3" presStyleLbl="node3" presStyleIdx="0" presStyleCnt="3"/>
      <dgm:spPr/>
    </dgm:pt>
    <dgm:pt modelId="{8B5B81E8-E238-422E-A383-EB6B8BB9B6BB}" type="pres">
      <dgm:prSet presAssocID="{8B11976C-B4DE-4811-8936-37EC245166D9}" presName="text3" presStyleLbl="fgAcc3" presStyleIdx="0" presStyleCnt="3">
        <dgm:presLayoutVars>
          <dgm:chPref val="3"/>
        </dgm:presLayoutVars>
      </dgm:prSet>
      <dgm:spPr/>
    </dgm:pt>
    <dgm:pt modelId="{90469D23-0907-4E6C-9D7D-1313EF2F7092}" type="pres">
      <dgm:prSet presAssocID="{8B11976C-B4DE-4811-8936-37EC245166D9}" presName="hierChild4" presStyleCnt="0"/>
      <dgm:spPr/>
    </dgm:pt>
    <dgm:pt modelId="{EE116DBF-0B24-4148-96F6-41BD9D751496}" type="pres">
      <dgm:prSet presAssocID="{825A9D70-3A64-4F5F-B5D5-CE2133BC1293}" presName="Name23" presStyleLbl="parChTrans1D4" presStyleIdx="0" presStyleCnt="6"/>
      <dgm:spPr/>
    </dgm:pt>
    <dgm:pt modelId="{CF0E3779-667E-4D2A-9AAF-419DF88A82B4}" type="pres">
      <dgm:prSet presAssocID="{010584A8-30AF-41C7-AEFC-EE552E0C6F90}" presName="hierRoot4" presStyleCnt="0"/>
      <dgm:spPr/>
    </dgm:pt>
    <dgm:pt modelId="{2C811DAB-686F-40AC-852F-808A05FFC985}" type="pres">
      <dgm:prSet presAssocID="{010584A8-30AF-41C7-AEFC-EE552E0C6F90}" presName="composite4" presStyleCnt="0"/>
      <dgm:spPr/>
    </dgm:pt>
    <dgm:pt modelId="{D5B8CB10-EB79-40DC-8C52-D25B5F7D575A}" type="pres">
      <dgm:prSet presAssocID="{010584A8-30AF-41C7-AEFC-EE552E0C6F90}" presName="background4" presStyleLbl="node4" presStyleIdx="0" presStyleCnt="6"/>
      <dgm:spPr/>
    </dgm:pt>
    <dgm:pt modelId="{AB3B7059-F768-4393-ADEF-780291284B91}" type="pres">
      <dgm:prSet presAssocID="{010584A8-30AF-41C7-AEFC-EE552E0C6F90}" presName="text4" presStyleLbl="fgAcc4" presStyleIdx="0" presStyleCnt="6">
        <dgm:presLayoutVars>
          <dgm:chPref val="3"/>
        </dgm:presLayoutVars>
      </dgm:prSet>
      <dgm:spPr/>
    </dgm:pt>
    <dgm:pt modelId="{90AD3428-933F-4FAD-BEAA-4F56647A401E}" type="pres">
      <dgm:prSet presAssocID="{010584A8-30AF-41C7-AEFC-EE552E0C6F90}" presName="hierChild5" presStyleCnt="0"/>
      <dgm:spPr/>
    </dgm:pt>
    <dgm:pt modelId="{D285687C-ACDC-4E10-B353-393FB024CEF0}" type="pres">
      <dgm:prSet presAssocID="{2C6507B7-0995-4745-97E3-133BE27BDF7F}" presName="Name23" presStyleLbl="parChTrans1D4" presStyleIdx="1" presStyleCnt="6"/>
      <dgm:spPr/>
    </dgm:pt>
    <dgm:pt modelId="{D38C6C7E-5B56-4904-90C3-997B712F77BF}" type="pres">
      <dgm:prSet presAssocID="{B3A008DD-2900-46AD-9DF9-F8A589F25F69}" presName="hierRoot4" presStyleCnt="0"/>
      <dgm:spPr/>
    </dgm:pt>
    <dgm:pt modelId="{36CDD458-25AD-4D0A-AD36-DDA36C3C89C4}" type="pres">
      <dgm:prSet presAssocID="{B3A008DD-2900-46AD-9DF9-F8A589F25F69}" presName="composite4" presStyleCnt="0"/>
      <dgm:spPr/>
    </dgm:pt>
    <dgm:pt modelId="{D273EA44-312C-4C38-BF8D-24981418FA2E}" type="pres">
      <dgm:prSet presAssocID="{B3A008DD-2900-46AD-9DF9-F8A589F25F69}" presName="background4" presStyleLbl="node4" presStyleIdx="1" presStyleCnt="6"/>
      <dgm:spPr/>
    </dgm:pt>
    <dgm:pt modelId="{067574A3-5F1E-4841-A60A-86A627C8F00F}" type="pres">
      <dgm:prSet presAssocID="{B3A008DD-2900-46AD-9DF9-F8A589F25F69}" presName="text4" presStyleLbl="fgAcc4" presStyleIdx="1" presStyleCnt="6">
        <dgm:presLayoutVars>
          <dgm:chPref val="3"/>
        </dgm:presLayoutVars>
      </dgm:prSet>
      <dgm:spPr/>
    </dgm:pt>
    <dgm:pt modelId="{3883F00A-DE18-4E95-8D93-D10E5C1A1FCE}" type="pres">
      <dgm:prSet presAssocID="{B3A008DD-2900-46AD-9DF9-F8A589F25F69}" presName="hierChild5" presStyleCnt="0"/>
      <dgm:spPr/>
    </dgm:pt>
    <dgm:pt modelId="{2356D4CF-8FB8-4CCE-B7DB-BFC1F23B655D}" type="pres">
      <dgm:prSet presAssocID="{3D361490-E1C5-44B9-954C-2258A490453B}" presName="Name17" presStyleLbl="parChTrans1D3" presStyleIdx="1" presStyleCnt="3"/>
      <dgm:spPr/>
    </dgm:pt>
    <dgm:pt modelId="{8615E60A-6008-4893-8CBF-61E7A9900D27}" type="pres">
      <dgm:prSet presAssocID="{FAE88DC0-F50F-4A12-AAC1-0339E36639E6}" presName="hierRoot3" presStyleCnt="0"/>
      <dgm:spPr/>
    </dgm:pt>
    <dgm:pt modelId="{650E5A58-EBA0-4168-B730-439A1986D0D7}" type="pres">
      <dgm:prSet presAssocID="{FAE88DC0-F50F-4A12-AAC1-0339E36639E6}" presName="composite3" presStyleCnt="0"/>
      <dgm:spPr/>
    </dgm:pt>
    <dgm:pt modelId="{FB1CA365-A6C7-4F4C-9505-F53C31193F2E}" type="pres">
      <dgm:prSet presAssocID="{FAE88DC0-F50F-4A12-AAC1-0339E36639E6}" presName="background3" presStyleLbl="node3" presStyleIdx="1" presStyleCnt="3"/>
      <dgm:spPr/>
    </dgm:pt>
    <dgm:pt modelId="{DEEE7262-5A6D-4031-A0FD-12E53590FAF8}" type="pres">
      <dgm:prSet presAssocID="{FAE88DC0-F50F-4A12-AAC1-0339E36639E6}" presName="text3" presStyleLbl="fgAcc3" presStyleIdx="1" presStyleCnt="3">
        <dgm:presLayoutVars>
          <dgm:chPref val="3"/>
        </dgm:presLayoutVars>
      </dgm:prSet>
      <dgm:spPr/>
    </dgm:pt>
    <dgm:pt modelId="{479AF422-1EF7-41B2-A9A4-28F03E867AF6}" type="pres">
      <dgm:prSet presAssocID="{FAE88DC0-F50F-4A12-AAC1-0339E36639E6}" presName="hierChild4" presStyleCnt="0"/>
      <dgm:spPr/>
    </dgm:pt>
    <dgm:pt modelId="{CA499209-1898-4548-A419-CABF2952F940}" type="pres">
      <dgm:prSet presAssocID="{A3B32591-38D2-4A09-94D7-BE8C546B0A67}" presName="Name23" presStyleLbl="parChTrans1D4" presStyleIdx="2" presStyleCnt="6"/>
      <dgm:spPr/>
    </dgm:pt>
    <dgm:pt modelId="{1D082881-E140-461A-A5CF-821F6158459A}" type="pres">
      <dgm:prSet presAssocID="{7F39E40D-7671-4228-BD6E-39EFA391DC87}" presName="hierRoot4" presStyleCnt="0"/>
      <dgm:spPr/>
    </dgm:pt>
    <dgm:pt modelId="{479CB60A-36EF-4E09-BCDD-1F6742D6A03D}" type="pres">
      <dgm:prSet presAssocID="{7F39E40D-7671-4228-BD6E-39EFA391DC87}" presName="composite4" presStyleCnt="0"/>
      <dgm:spPr/>
    </dgm:pt>
    <dgm:pt modelId="{278BAAC8-5666-47B9-9A4A-882DE6A236D3}" type="pres">
      <dgm:prSet presAssocID="{7F39E40D-7671-4228-BD6E-39EFA391DC87}" presName="background4" presStyleLbl="node4" presStyleIdx="2" presStyleCnt="6"/>
      <dgm:spPr/>
    </dgm:pt>
    <dgm:pt modelId="{C040D798-F69E-4595-90BF-1CB30BD749F6}" type="pres">
      <dgm:prSet presAssocID="{7F39E40D-7671-4228-BD6E-39EFA391DC87}" presName="text4" presStyleLbl="fgAcc4" presStyleIdx="2" presStyleCnt="6">
        <dgm:presLayoutVars>
          <dgm:chPref val="3"/>
        </dgm:presLayoutVars>
      </dgm:prSet>
      <dgm:spPr/>
    </dgm:pt>
    <dgm:pt modelId="{65BB3C04-6779-4D42-BEF6-7497BF13B28C}" type="pres">
      <dgm:prSet presAssocID="{7F39E40D-7671-4228-BD6E-39EFA391DC87}" presName="hierChild5" presStyleCnt="0"/>
      <dgm:spPr/>
    </dgm:pt>
    <dgm:pt modelId="{15286C8E-AABF-4791-9F5A-95543DE6397C}" type="pres">
      <dgm:prSet presAssocID="{E9A4B39E-24CF-4715-95E9-6C160D0AAFBA}" presName="Name23" presStyleLbl="parChTrans1D4" presStyleIdx="3" presStyleCnt="6"/>
      <dgm:spPr/>
    </dgm:pt>
    <dgm:pt modelId="{BC067D5A-F305-4EE8-8ECA-8E23EB873DAE}" type="pres">
      <dgm:prSet presAssocID="{D48E9783-C624-49EE-8DCE-7FD1E6FE28BA}" presName="hierRoot4" presStyleCnt="0"/>
      <dgm:spPr/>
    </dgm:pt>
    <dgm:pt modelId="{54790A2E-AA5B-477E-8C87-AEC9179B952D}" type="pres">
      <dgm:prSet presAssocID="{D48E9783-C624-49EE-8DCE-7FD1E6FE28BA}" presName="composite4" presStyleCnt="0"/>
      <dgm:spPr/>
    </dgm:pt>
    <dgm:pt modelId="{7334E8DB-32C1-4D36-A211-AD49FC88E1F4}" type="pres">
      <dgm:prSet presAssocID="{D48E9783-C624-49EE-8DCE-7FD1E6FE28BA}" presName="background4" presStyleLbl="node4" presStyleIdx="3" presStyleCnt="6"/>
      <dgm:spPr/>
    </dgm:pt>
    <dgm:pt modelId="{21534192-CF41-45E0-BF75-E1BCE660DB68}" type="pres">
      <dgm:prSet presAssocID="{D48E9783-C624-49EE-8DCE-7FD1E6FE28BA}" presName="text4" presStyleLbl="fgAcc4" presStyleIdx="3" presStyleCnt="6">
        <dgm:presLayoutVars>
          <dgm:chPref val="3"/>
        </dgm:presLayoutVars>
      </dgm:prSet>
      <dgm:spPr/>
    </dgm:pt>
    <dgm:pt modelId="{3B0BD22C-70FA-4B20-BC0C-C468A834C91D}" type="pres">
      <dgm:prSet presAssocID="{D48E9783-C624-49EE-8DCE-7FD1E6FE28BA}" presName="hierChild5" presStyleCnt="0"/>
      <dgm:spPr/>
    </dgm:pt>
    <dgm:pt modelId="{97C34466-F10B-4D15-90EF-2A2D410EDBCC}" type="pres">
      <dgm:prSet presAssocID="{4F8E440E-9539-4281-97A7-FEA2844DFA0F}" presName="Name10" presStyleLbl="parChTrans1D2" presStyleIdx="1" presStyleCnt="2"/>
      <dgm:spPr/>
    </dgm:pt>
    <dgm:pt modelId="{6B7BE29C-F624-4E24-973F-C0DEAF6B3FA4}" type="pres">
      <dgm:prSet presAssocID="{4B9D4D82-0B80-495A-BB90-E6637B96810A}" presName="hierRoot2" presStyleCnt="0"/>
      <dgm:spPr/>
    </dgm:pt>
    <dgm:pt modelId="{1CC7022C-D5E2-42CB-A290-99B4D1741513}" type="pres">
      <dgm:prSet presAssocID="{4B9D4D82-0B80-495A-BB90-E6637B96810A}" presName="composite2" presStyleCnt="0"/>
      <dgm:spPr/>
    </dgm:pt>
    <dgm:pt modelId="{02A674B1-74AC-481E-925F-4C23E773FD4A}" type="pres">
      <dgm:prSet presAssocID="{4B9D4D82-0B80-495A-BB90-E6637B96810A}" presName="background2" presStyleLbl="node2" presStyleIdx="1" presStyleCnt="2"/>
      <dgm:spPr/>
    </dgm:pt>
    <dgm:pt modelId="{CACFEDC8-E8CC-4FB6-941C-312C11AC7C24}" type="pres">
      <dgm:prSet presAssocID="{4B9D4D82-0B80-495A-BB90-E6637B96810A}" presName="text2" presStyleLbl="fgAcc2" presStyleIdx="1" presStyleCnt="2">
        <dgm:presLayoutVars>
          <dgm:chPref val="3"/>
        </dgm:presLayoutVars>
      </dgm:prSet>
      <dgm:spPr/>
    </dgm:pt>
    <dgm:pt modelId="{C360B983-250C-4C58-8792-59A4D01EC107}" type="pres">
      <dgm:prSet presAssocID="{4B9D4D82-0B80-495A-BB90-E6637B96810A}" presName="hierChild3" presStyleCnt="0"/>
      <dgm:spPr/>
    </dgm:pt>
    <dgm:pt modelId="{5FAA7CBC-C330-4EC1-AE18-E2897DDCE1AA}" type="pres">
      <dgm:prSet presAssocID="{2A49ED7E-5A0E-4E94-9454-9D48B95FAE64}" presName="Name17" presStyleLbl="parChTrans1D3" presStyleIdx="2" presStyleCnt="3"/>
      <dgm:spPr/>
    </dgm:pt>
    <dgm:pt modelId="{6FA9B2EE-9E7A-417D-B690-FB92F490B1DA}" type="pres">
      <dgm:prSet presAssocID="{21ED6436-EE23-43EE-BF08-81FCDE40035C}" presName="hierRoot3" presStyleCnt="0"/>
      <dgm:spPr/>
    </dgm:pt>
    <dgm:pt modelId="{AFA8834C-459F-4CD6-8824-CCCD2DF19889}" type="pres">
      <dgm:prSet presAssocID="{21ED6436-EE23-43EE-BF08-81FCDE40035C}" presName="composite3" presStyleCnt="0"/>
      <dgm:spPr/>
    </dgm:pt>
    <dgm:pt modelId="{7021D812-6394-48A1-BEEE-C8664C3D41F5}" type="pres">
      <dgm:prSet presAssocID="{21ED6436-EE23-43EE-BF08-81FCDE40035C}" presName="background3" presStyleLbl="node3" presStyleIdx="2" presStyleCnt="3"/>
      <dgm:spPr/>
    </dgm:pt>
    <dgm:pt modelId="{021C2410-C71A-4FCE-87E5-7022EF57DC7F}" type="pres">
      <dgm:prSet presAssocID="{21ED6436-EE23-43EE-BF08-81FCDE40035C}" presName="text3" presStyleLbl="fgAcc3" presStyleIdx="2" presStyleCnt="3">
        <dgm:presLayoutVars>
          <dgm:chPref val="3"/>
        </dgm:presLayoutVars>
      </dgm:prSet>
      <dgm:spPr/>
    </dgm:pt>
    <dgm:pt modelId="{CA541F0A-38D5-4F69-B6B3-1354AF383C8A}" type="pres">
      <dgm:prSet presAssocID="{21ED6436-EE23-43EE-BF08-81FCDE40035C}" presName="hierChild4" presStyleCnt="0"/>
      <dgm:spPr/>
    </dgm:pt>
    <dgm:pt modelId="{CC69A4DC-850B-4087-B128-381FB863D33B}" type="pres">
      <dgm:prSet presAssocID="{CDD38091-D050-4F14-BE01-11F920DD6021}" presName="Name23" presStyleLbl="parChTrans1D4" presStyleIdx="4" presStyleCnt="6"/>
      <dgm:spPr/>
    </dgm:pt>
    <dgm:pt modelId="{5CD6E22A-12E8-41AB-A14B-FFA9B16B358D}" type="pres">
      <dgm:prSet presAssocID="{8965C307-28E4-40C6-BC9D-4E24509AE2C6}" presName="hierRoot4" presStyleCnt="0"/>
      <dgm:spPr/>
    </dgm:pt>
    <dgm:pt modelId="{38AC2E40-3FDC-42A8-9878-F564C245AE5C}" type="pres">
      <dgm:prSet presAssocID="{8965C307-28E4-40C6-BC9D-4E24509AE2C6}" presName="composite4" presStyleCnt="0"/>
      <dgm:spPr/>
    </dgm:pt>
    <dgm:pt modelId="{8C77264B-7277-4011-9B97-E53D9F5AE989}" type="pres">
      <dgm:prSet presAssocID="{8965C307-28E4-40C6-BC9D-4E24509AE2C6}" presName="background4" presStyleLbl="node4" presStyleIdx="4" presStyleCnt="6"/>
      <dgm:spPr/>
    </dgm:pt>
    <dgm:pt modelId="{5F81EF25-F1A7-4F30-B8E3-4E24940CCD45}" type="pres">
      <dgm:prSet presAssocID="{8965C307-28E4-40C6-BC9D-4E24509AE2C6}" presName="text4" presStyleLbl="fgAcc4" presStyleIdx="4" presStyleCnt="6">
        <dgm:presLayoutVars>
          <dgm:chPref val="3"/>
        </dgm:presLayoutVars>
      </dgm:prSet>
      <dgm:spPr/>
    </dgm:pt>
    <dgm:pt modelId="{DC03E0D0-D813-4FDB-B87F-1D34DD8A090F}" type="pres">
      <dgm:prSet presAssocID="{8965C307-28E4-40C6-BC9D-4E24509AE2C6}" presName="hierChild5" presStyleCnt="0"/>
      <dgm:spPr/>
    </dgm:pt>
    <dgm:pt modelId="{E0F13845-C77C-466B-A40C-1F2304FB083F}" type="pres">
      <dgm:prSet presAssocID="{3C4567CA-D012-4338-A25D-D6824C5B6118}" presName="Name23" presStyleLbl="parChTrans1D4" presStyleIdx="5" presStyleCnt="6"/>
      <dgm:spPr/>
    </dgm:pt>
    <dgm:pt modelId="{1EAF4923-A8A6-4282-A148-63FCB96FF753}" type="pres">
      <dgm:prSet presAssocID="{A2C8AD0E-3F8A-44AB-A2CF-C6BEFF309639}" presName="hierRoot4" presStyleCnt="0"/>
      <dgm:spPr/>
    </dgm:pt>
    <dgm:pt modelId="{330DE8F9-9043-4676-81BE-F4558C1941AF}" type="pres">
      <dgm:prSet presAssocID="{A2C8AD0E-3F8A-44AB-A2CF-C6BEFF309639}" presName="composite4" presStyleCnt="0"/>
      <dgm:spPr/>
    </dgm:pt>
    <dgm:pt modelId="{07705CF9-6A49-4CAF-AF85-7004D9D818AC}" type="pres">
      <dgm:prSet presAssocID="{A2C8AD0E-3F8A-44AB-A2CF-C6BEFF309639}" presName="background4" presStyleLbl="node4" presStyleIdx="5" presStyleCnt="6"/>
      <dgm:spPr/>
    </dgm:pt>
    <dgm:pt modelId="{9DF3F8E9-2140-4054-A432-FDF3D39B9B63}" type="pres">
      <dgm:prSet presAssocID="{A2C8AD0E-3F8A-44AB-A2CF-C6BEFF309639}" presName="text4" presStyleLbl="fgAcc4" presStyleIdx="5" presStyleCnt="6">
        <dgm:presLayoutVars>
          <dgm:chPref val="3"/>
        </dgm:presLayoutVars>
      </dgm:prSet>
      <dgm:spPr/>
    </dgm:pt>
    <dgm:pt modelId="{9384B31C-5125-4865-B1BA-49BA6A5F4451}" type="pres">
      <dgm:prSet presAssocID="{A2C8AD0E-3F8A-44AB-A2CF-C6BEFF309639}" presName="hierChild5" presStyleCnt="0"/>
      <dgm:spPr/>
    </dgm:pt>
  </dgm:ptLst>
  <dgm:cxnLst>
    <dgm:cxn modelId="{B024E810-154E-45A4-9B90-9CDD9AB65534}" type="presOf" srcId="{CDD38091-D050-4F14-BE01-11F920DD6021}" destId="{CC69A4DC-850B-4087-B128-381FB863D33B}" srcOrd="0" destOrd="0" presId="urn:microsoft.com/office/officeart/2005/8/layout/hierarchy1"/>
    <dgm:cxn modelId="{309A771A-F954-46A8-9954-1B9F9FDD0839}" srcId="{8B11976C-B4DE-4811-8936-37EC245166D9}" destId="{010584A8-30AF-41C7-AEFC-EE552E0C6F90}" srcOrd="0" destOrd="0" parTransId="{825A9D70-3A64-4F5F-B5D5-CE2133BC1293}" sibTransId="{140B01BF-4B38-452B-AB18-CB02E0597A57}"/>
    <dgm:cxn modelId="{6A92811A-209C-4BA1-B85C-41865008E7DC}" srcId="{13893F24-6827-48AC-AF04-6AE9A66EFB38}" destId="{8B11976C-B4DE-4811-8936-37EC245166D9}" srcOrd="0" destOrd="0" parTransId="{B78CD322-4FCA-45E1-9FA5-7B8AFD784A52}" sibTransId="{9550E58F-02AD-42AB-B68F-9BE58E7A82DA}"/>
    <dgm:cxn modelId="{A1C9911F-FE38-44B1-8950-3F3605E82B37}" type="presOf" srcId="{8965C307-28E4-40C6-BC9D-4E24509AE2C6}" destId="{5F81EF25-F1A7-4F30-B8E3-4E24940CCD45}" srcOrd="0" destOrd="0" presId="urn:microsoft.com/office/officeart/2005/8/layout/hierarchy1"/>
    <dgm:cxn modelId="{6F235928-2E5B-4D38-B49B-460729F97049}" type="presOf" srcId="{2A49ED7E-5A0E-4E94-9454-9D48B95FAE64}" destId="{5FAA7CBC-C330-4EC1-AE18-E2897DDCE1AA}" srcOrd="0" destOrd="0" presId="urn:microsoft.com/office/officeart/2005/8/layout/hierarchy1"/>
    <dgm:cxn modelId="{81412129-6571-45CC-8703-E8F2F19DBA95}" srcId="{13893F24-6827-48AC-AF04-6AE9A66EFB38}" destId="{FAE88DC0-F50F-4A12-AAC1-0339E36639E6}" srcOrd="1" destOrd="0" parTransId="{3D361490-E1C5-44B9-954C-2258A490453B}" sibTransId="{EC9AD76B-769D-414D-9F2F-92ED591F99BA}"/>
    <dgm:cxn modelId="{2A16F42A-E04C-4BE2-88CD-17EA5BF2E425}" srcId="{21ED6436-EE23-43EE-BF08-81FCDE40035C}" destId="{8965C307-28E4-40C6-BC9D-4E24509AE2C6}" srcOrd="0" destOrd="0" parTransId="{CDD38091-D050-4F14-BE01-11F920DD6021}" sibTransId="{B5BA9DBC-9454-417F-888C-B763D1C9A1F0}"/>
    <dgm:cxn modelId="{369E8832-2CF1-4D7C-BEC8-8C26AEAED048}" type="presOf" srcId="{F9569C78-D56B-4C32-A1B3-BBC247A74F5D}" destId="{F44D2246-B0BB-4375-98B1-03CC363FCB68}" srcOrd="0" destOrd="0" presId="urn:microsoft.com/office/officeart/2005/8/layout/hierarchy1"/>
    <dgm:cxn modelId="{2545103B-7CB3-4504-BF4E-F96375923BF4}" type="presOf" srcId="{B78CD322-4FCA-45E1-9FA5-7B8AFD784A52}" destId="{EB594E22-1066-4345-BE94-08A3D0E2C2B1}" srcOrd="0" destOrd="0" presId="urn:microsoft.com/office/officeart/2005/8/layout/hierarchy1"/>
    <dgm:cxn modelId="{2F4FFE3C-0B13-42CA-8D90-36FEC9F1E0EC}" type="presOf" srcId="{13893F24-6827-48AC-AF04-6AE9A66EFB38}" destId="{2F07A6B2-1972-4086-A5F7-D12E67C7BE88}" srcOrd="0" destOrd="0" presId="urn:microsoft.com/office/officeart/2005/8/layout/hierarchy1"/>
    <dgm:cxn modelId="{8ED02A5C-8744-4E6A-ADC2-B33220394812}" type="presOf" srcId="{2C6507B7-0995-4745-97E3-133BE27BDF7F}" destId="{D285687C-ACDC-4E10-B353-393FB024CEF0}" srcOrd="0" destOrd="0" presId="urn:microsoft.com/office/officeart/2005/8/layout/hierarchy1"/>
    <dgm:cxn modelId="{2D518063-7138-448B-AFFD-F6AD51F60884}" type="presOf" srcId="{010584A8-30AF-41C7-AEFC-EE552E0C6F90}" destId="{AB3B7059-F768-4393-ADEF-780291284B91}" srcOrd="0" destOrd="0" presId="urn:microsoft.com/office/officeart/2005/8/layout/hierarchy1"/>
    <dgm:cxn modelId="{A14AF243-88C1-433A-8F1A-A7631A343EC2}" srcId="{4B9D4D82-0B80-495A-BB90-E6637B96810A}" destId="{21ED6436-EE23-43EE-BF08-81FCDE40035C}" srcOrd="0" destOrd="0" parTransId="{2A49ED7E-5A0E-4E94-9454-9D48B95FAE64}" sibTransId="{37A421EC-F900-4787-ACB8-7FC624F8FA8B}"/>
    <dgm:cxn modelId="{4D4DF664-5D18-4EED-AB8F-FFC1899FCA0F}" srcId="{F9569C78-D56B-4C32-A1B3-BBC247A74F5D}" destId="{4B9D4D82-0B80-495A-BB90-E6637B96810A}" srcOrd="1" destOrd="0" parTransId="{4F8E440E-9539-4281-97A7-FEA2844DFA0F}" sibTransId="{225CA744-A25E-4954-B5CB-9E5158286CB8}"/>
    <dgm:cxn modelId="{1FDD984A-D4D9-4F42-A4A6-A960E49557EC}" type="presOf" srcId="{7F39E40D-7671-4228-BD6E-39EFA391DC87}" destId="{C040D798-F69E-4595-90BF-1CB30BD749F6}" srcOrd="0" destOrd="0" presId="urn:microsoft.com/office/officeart/2005/8/layout/hierarchy1"/>
    <dgm:cxn modelId="{1F68526E-81B2-4551-BFDF-06E9DAFCA538}" type="presOf" srcId="{A2C8AD0E-3F8A-44AB-A2CF-C6BEFF309639}" destId="{9DF3F8E9-2140-4054-A432-FDF3D39B9B63}" srcOrd="0" destOrd="0" presId="urn:microsoft.com/office/officeart/2005/8/layout/hierarchy1"/>
    <dgm:cxn modelId="{FE305370-44F2-4D90-8B09-158A2D5071E9}" srcId="{F9569C78-D56B-4C32-A1B3-BBC247A74F5D}" destId="{13893F24-6827-48AC-AF04-6AE9A66EFB38}" srcOrd="0" destOrd="0" parTransId="{40E3F165-EF6A-4F9A-B1AC-C94AFAD8DC7A}" sibTransId="{FBCAB90A-4E27-45B8-BAC8-B4CD668227EB}"/>
    <dgm:cxn modelId="{BDEEC952-1673-440F-82B4-FDAD8BC42477}" type="presOf" srcId="{8B11976C-B4DE-4811-8936-37EC245166D9}" destId="{8B5B81E8-E238-422E-A383-EB6B8BB9B6BB}" srcOrd="0" destOrd="0" presId="urn:microsoft.com/office/officeart/2005/8/layout/hierarchy1"/>
    <dgm:cxn modelId="{4FFB6E7B-5AE2-4661-B15B-25A41646401E}" type="presOf" srcId="{B3A008DD-2900-46AD-9DF9-F8A589F25F69}" destId="{067574A3-5F1E-4841-A60A-86A627C8F00F}" srcOrd="0" destOrd="0" presId="urn:microsoft.com/office/officeart/2005/8/layout/hierarchy1"/>
    <dgm:cxn modelId="{30B8CF7C-2B4E-4C32-80CB-87C5920330BC}" type="presOf" srcId="{D48E9783-C624-49EE-8DCE-7FD1E6FE28BA}" destId="{21534192-CF41-45E0-BF75-E1BCE660DB68}" srcOrd="0" destOrd="0" presId="urn:microsoft.com/office/officeart/2005/8/layout/hierarchy1"/>
    <dgm:cxn modelId="{37D8A37E-6792-4D38-9918-818106C4A0F1}" srcId="{8965C307-28E4-40C6-BC9D-4E24509AE2C6}" destId="{A2C8AD0E-3F8A-44AB-A2CF-C6BEFF309639}" srcOrd="0" destOrd="0" parTransId="{3C4567CA-D012-4338-A25D-D6824C5B6118}" sibTransId="{2CCB4122-9D3C-4AE1-B0E1-3D9FF68DCD96}"/>
    <dgm:cxn modelId="{81D59A80-7E56-4E17-8511-709813AE90E0}" type="presOf" srcId="{21ED6436-EE23-43EE-BF08-81FCDE40035C}" destId="{021C2410-C71A-4FCE-87E5-7022EF57DC7F}" srcOrd="0" destOrd="0" presId="urn:microsoft.com/office/officeart/2005/8/layout/hierarchy1"/>
    <dgm:cxn modelId="{F679DD83-C033-4E41-9266-6CC214C29413}" type="presOf" srcId="{3C4567CA-D012-4338-A25D-D6824C5B6118}" destId="{E0F13845-C77C-466B-A40C-1F2304FB083F}" srcOrd="0" destOrd="0" presId="urn:microsoft.com/office/officeart/2005/8/layout/hierarchy1"/>
    <dgm:cxn modelId="{B37EEA86-4F2C-42EC-9DB4-3E1F98F097D3}" type="presOf" srcId="{825A9D70-3A64-4F5F-B5D5-CE2133BC1293}" destId="{EE116DBF-0B24-4148-96F6-41BD9D751496}" srcOrd="0" destOrd="0" presId="urn:microsoft.com/office/officeart/2005/8/layout/hierarchy1"/>
    <dgm:cxn modelId="{4113B88B-86EC-4863-9385-B1CFB45F10F3}" srcId="{010584A8-30AF-41C7-AEFC-EE552E0C6F90}" destId="{B3A008DD-2900-46AD-9DF9-F8A589F25F69}" srcOrd="0" destOrd="0" parTransId="{2C6507B7-0995-4745-97E3-133BE27BDF7F}" sibTransId="{030FA7F7-457E-4FF4-B6B0-9E56B9AB4358}"/>
    <dgm:cxn modelId="{5635FC9B-E0F1-4197-AB81-FA22B6E365D8}" type="presOf" srcId="{4B9D4D82-0B80-495A-BB90-E6637B96810A}" destId="{CACFEDC8-E8CC-4FB6-941C-312C11AC7C24}" srcOrd="0" destOrd="0" presId="urn:microsoft.com/office/officeart/2005/8/layout/hierarchy1"/>
    <dgm:cxn modelId="{05EA749C-233D-4258-B585-E525CF4952E0}" srcId="{7F39E40D-7671-4228-BD6E-39EFA391DC87}" destId="{D48E9783-C624-49EE-8DCE-7FD1E6FE28BA}" srcOrd="0" destOrd="0" parTransId="{E9A4B39E-24CF-4715-95E9-6C160D0AAFBA}" sibTransId="{BBDB6BFE-5D87-459B-88EE-E127AC27AEEC}"/>
    <dgm:cxn modelId="{D0AE81A1-479D-4BA8-99A4-DC497991B716}" type="presOf" srcId="{40E3F165-EF6A-4F9A-B1AC-C94AFAD8DC7A}" destId="{5EFBA3A7-3757-4B80-BECF-5D346BA08FBA}" srcOrd="0" destOrd="0" presId="urn:microsoft.com/office/officeart/2005/8/layout/hierarchy1"/>
    <dgm:cxn modelId="{B5FD37C2-C451-4C96-A0BF-A4A38B60A57A}" type="presOf" srcId="{AAFA2820-7633-4607-B3F8-C4ED9AD6E523}" destId="{BF2D8151-BE1E-4392-91EC-AA26E508782B}" srcOrd="0" destOrd="0" presId="urn:microsoft.com/office/officeart/2005/8/layout/hierarchy1"/>
    <dgm:cxn modelId="{36D62FD5-A839-43F9-8C31-C91FA6C40701}" type="presOf" srcId="{E9A4B39E-24CF-4715-95E9-6C160D0AAFBA}" destId="{15286C8E-AABF-4791-9F5A-95543DE6397C}" srcOrd="0" destOrd="0" presId="urn:microsoft.com/office/officeart/2005/8/layout/hierarchy1"/>
    <dgm:cxn modelId="{87652ED7-EA54-4BD0-B294-9BF948CB54E9}" type="presOf" srcId="{A3B32591-38D2-4A09-94D7-BE8C546B0A67}" destId="{CA499209-1898-4548-A419-CABF2952F940}" srcOrd="0" destOrd="0" presId="urn:microsoft.com/office/officeart/2005/8/layout/hierarchy1"/>
    <dgm:cxn modelId="{083697E8-6B75-44FC-9851-D222CB991825}" type="presOf" srcId="{3D361490-E1C5-44B9-954C-2258A490453B}" destId="{2356D4CF-8FB8-4CCE-B7DB-BFC1F23B655D}" srcOrd="0" destOrd="0" presId="urn:microsoft.com/office/officeart/2005/8/layout/hierarchy1"/>
    <dgm:cxn modelId="{5F6A38EA-0998-48A6-A87F-9D5A1A5FD3C7}" srcId="{FAE88DC0-F50F-4A12-AAC1-0339E36639E6}" destId="{7F39E40D-7671-4228-BD6E-39EFA391DC87}" srcOrd="0" destOrd="0" parTransId="{A3B32591-38D2-4A09-94D7-BE8C546B0A67}" sibTransId="{43EDB6A0-7D27-4497-8061-F09FD2046934}"/>
    <dgm:cxn modelId="{49EBFDF8-7C3C-4FD6-BF84-CF919AA9BDF5}" type="presOf" srcId="{4F8E440E-9539-4281-97A7-FEA2844DFA0F}" destId="{97C34466-F10B-4D15-90EF-2A2D410EDBCC}" srcOrd="0" destOrd="0" presId="urn:microsoft.com/office/officeart/2005/8/layout/hierarchy1"/>
    <dgm:cxn modelId="{071288FC-84DD-410C-BCD9-140C29426F96}" srcId="{AAFA2820-7633-4607-B3F8-C4ED9AD6E523}" destId="{F9569C78-D56B-4C32-A1B3-BBC247A74F5D}" srcOrd="0" destOrd="0" parTransId="{27A7C183-4D21-46DA-8BA0-FD5F3D6DBF4F}" sibTransId="{200F72A0-632D-4495-817B-12C29726446B}"/>
    <dgm:cxn modelId="{D353BFFE-1B1D-4678-97A9-0389FE0B1977}" type="presOf" srcId="{FAE88DC0-F50F-4A12-AAC1-0339E36639E6}" destId="{DEEE7262-5A6D-4031-A0FD-12E53590FAF8}" srcOrd="0" destOrd="0" presId="urn:microsoft.com/office/officeart/2005/8/layout/hierarchy1"/>
    <dgm:cxn modelId="{BAD9939A-BB00-4795-AE4A-B9264C454734}" type="presParOf" srcId="{BF2D8151-BE1E-4392-91EC-AA26E508782B}" destId="{A0685922-9027-499B-939C-EF18B3B43707}" srcOrd="0" destOrd="0" presId="urn:microsoft.com/office/officeart/2005/8/layout/hierarchy1"/>
    <dgm:cxn modelId="{1C4320D1-8BE5-4F4F-8B00-89BF961C1428}" type="presParOf" srcId="{A0685922-9027-499B-939C-EF18B3B43707}" destId="{20F96E97-46AD-49EA-AFCB-54336ADDF7D8}" srcOrd="0" destOrd="0" presId="urn:microsoft.com/office/officeart/2005/8/layout/hierarchy1"/>
    <dgm:cxn modelId="{C704BCC0-363A-47FE-9775-01351C66E465}" type="presParOf" srcId="{20F96E97-46AD-49EA-AFCB-54336ADDF7D8}" destId="{D29AB0BC-8882-42F3-A3AC-74A41793746C}" srcOrd="0" destOrd="0" presId="urn:microsoft.com/office/officeart/2005/8/layout/hierarchy1"/>
    <dgm:cxn modelId="{1FB46C1F-8B91-4B9D-9864-FF82736D656C}" type="presParOf" srcId="{20F96E97-46AD-49EA-AFCB-54336ADDF7D8}" destId="{F44D2246-B0BB-4375-98B1-03CC363FCB68}" srcOrd="1" destOrd="0" presId="urn:microsoft.com/office/officeart/2005/8/layout/hierarchy1"/>
    <dgm:cxn modelId="{433B2B01-B3E4-48D6-95FE-CA92F03F5D54}" type="presParOf" srcId="{A0685922-9027-499B-939C-EF18B3B43707}" destId="{22640833-E00D-4C4F-A8CE-AA26A57E3DB2}" srcOrd="1" destOrd="0" presId="urn:microsoft.com/office/officeart/2005/8/layout/hierarchy1"/>
    <dgm:cxn modelId="{75593B92-7D50-4265-B0E5-10CA28A34FA3}" type="presParOf" srcId="{22640833-E00D-4C4F-A8CE-AA26A57E3DB2}" destId="{5EFBA3A7-3757-4B80-BECF-5D346BA08FBA}" srcOrd="0" destOrd="0" presId="urn:microsoft.com/office/officeart/2005/8/layout/hierarchy1"/>
    <dgm:cxn modelId="{1ED2741D-D3E0-477C-B931-2A72E520CCA6}" type="presParOf" srcId="{22640833-E00D-4C4F-A8CE-AA26A57E3DB2}" destId="{1DC045E7-C3B8-4D13-8774-A2F4ADBD7693}" srcOrd="1" destOrd="0" presId="urn:microsoft.com/office/officeart/2005/8/layout/hierarchy1"/>
    <dgm:cxn modelId="{4859F1BF-D1FD-4947-A718-348AF95EE0B5}" type="presParOf" srcId="{1DC045E7-C3B8-4D13-8774-A2F4ADBD7693}" destId="{047C0644-17D4-481D-8540-5C81D272A314}" srcOrd="0" destOrd="0" presId="urn:microsoft.com/office/officeart/2005/8/layout/hierarchy1"/>
    <dgm:cxn modelId="{BDE78FDA-590F-4F62-B46C-126184606E5E}" type="presParOf" srcId="{047C0644-17D4-481D-8540-5C81D272A314}" destId="{959311DF-C4B5-465F-8BF5-A3F2CB2CB971}" srcOrd="0" destOrd="0" presId="urn:microsoft.com/office/officeart/2005/8/layout/hierarchy1"/>
    <dgm:cxn modelId="{217661AC-9B63-47CD-B008-BD31956452E2}" type="presParOf" srcId="{047C0644-17D4-481D-8540-5C81D272A314}" destId="{2F07A6B2-1972-4086-A5F7-D12E67C7BE88}" srcOrd="1" destOrd="0" presId="urn:microsoft.com/office/officeart/2005/8/layout/hierarchy1"/>
    <dgm:cxn modelId="{0B1A3837-A5AB-42CC-BDB5-D0BB338F026D}" type="presParOf" srcId="{1DC045E7-C3B8-4D13-8774-A2F4ADBD7693}" destId="{01713F71-370B-4609-AA02-91185CCD2457}" srcOrd="1" destOrd="0" presId="urn:microsoft.com/office/officeart/2005/8/layout/hierarchy1"/>
    <dgm:cxn modelId="{C03287FF-ED3E-40F2-B503-6E8B7E492733}" type="presParOf" srcId="{01713F71-370B-4609-AA02-91185CCD2457}" destId="{EB594E22-1066-4345-BE94-08A3D0E2C2B1}" srcOrd="0" destOrd="0" presId="urn:microsoft.com/office/officeart/2005/8/layout/hierarchy1"/>
    <dgm:cxn modelId="{DC678180-7DF8-4CE7-A6D4-5DC822C63A30}" type="presParOf" srcId="{01713F71-370B-4609-AA02-91185CCD2457}" destId="{75ED71F2-712C-4A64-B717-6E36D3AA29FC}" srcOrd="1" destOrd="0" presId="urn:microsoft.com/office/officeart/2005/8/layout/hierarchy1"/>
    <dgm:cxn modelId="{D925B4ED-3512-48E9-B2DF-58201C439083}" type="presParOf" srcId="{75ED71F2-712C-4A64-B717-6E36D3AA29FC}" destId="{768CB7C2-2942-456D-8DC8-DA7585F24810}" srcOrd="0" destOrd="0" presId="urn:microsoft.com/office/officeart/2005/8/layout/hierarchy1"/>
    <dgm:cxn modelId="{041F898A-7F77-4818-B80E-5F09FDAEFB21}" type="presParOf" srcId="{768CB7C2-2942-456D-8DC8-DA7585F24810}" destId="{4F0FAA54-8E9E-4CDB-AEE4-008512F0E7FB}" srcOrd="0" destOrd="0" presId="urn:microsoft.com/office/officeart/2005/8/layout/hierarchy1"/>
    <dgm:cxn modelId="{E5C82C71-7F7A-44A7-BF90-543BF9E0E5F2}" type="presParOf" srcId="{768CB7C2-2942-456D-8DC8-DA7585F24810}" destId="{8B5B81E8-E238-422E-A383-EB6B8BB9B6BB}" srcOrd="1" destOrd="0" presId="urn:microsoft.com/office/officeart/2005/8/layout/hierarchy1"/>
    <dgm:cxn modelId="{9AFE0E48-0382-4BE4-A3A3-4EE31A5CE812}" type="presParOf" srcId="{75ED71F2-712C-4A64-B717-6E36D3AA29FC}" destId="{90469D23-0907-4E6C-9D7D-1313EF2F7092}" srcOrd="1" destOrd="0" presId="urn:microsoft.com/office/officeart/2005/8/layout/hierarchy1"/>
    <dgm:cxn modelId="{B6FFCFC2-25DD-487C-8917-7C56DCB787B3}" type="presParOf" srcId="{90469D23-0907-4E6C-9D7D-1313EF2F7092}" destId="{EE116DBF-0B24-4148-96F6-41BD9D751496}" srcOrd="0" destOrd="0" presId="urn:microsoft.com/office/officeart/2005/8/layout/hierarchy1"/>
    <dgm:cxn modelId="{5D8FB45D-FC90-4548-B527-B3772E0B34CF}" type="presParOf" srcId="{90469D23-0907-4E6C-9D7D-1313EF2F7092}" destId="{CF0E3779-667E-4D2A-9AAF-419DF88A82B4}" srcOrd="1" destOrd="0" presId="urn:microsoft.com/office/officeart/2005/8/layout/hierarchy1"/>
    <dgm:cxn modelId="{D8C6609A-4044-4B48-A701-AA55DE34D2C9}" type="presParOf" srcId="{CF0E3779-667E-4D2A-9AAF-419DF88A82B4}" destId="{2C811DAB-686F-40AC-852F-808A05FFC985}" srcOrd="0" destOrd="0" presId="urn:microsoft.com/office/officeart/2005/8/layout/hierarchy1"/>
    <dgm:cxn modelId="{83B4A3CB-7623-45F0-A5ED-B8F17F044C4C}" type="presParOf" srcId="{2C811DAB-686F-40AC-852F-808A05FFC985}" destId="{D5B8CB10-EB79-40DC-8C52-D25B5F7D575A}" srcOrd="0" destOrd="0" presId="urn:microsoft.com/office/officeart/2005/8/layout/hierarchy1"/>
    <dgm:cxn modelId="{2E223CBC-DEA1-43A7-AFF9-2ECAC6A62FDC}" type="presParOf" srcId="{2C811DAB-686F-40AC-852F-808A05FFC985}" destId="{AB3B7059-F768-4393-ADEF-780291284B91}" srcOrd="1" destOrd="0" presId="urn:microsoft.com/office/officeart/2005/8/layout/hierarchy1"/>
    <dgm:cxn modelId="{B48CB392-56A5-4AE5-80AD-97BFEAA19428}" type="presParOf" srcId="{CF0E3779-667E-4D2A-9AAF-419DF88A82B4}" destId="{90AD3428-933F-4FAD-BEAA-4F56647A401E}" srcOrd="1" destOrd="0" presId="urn:microsoft.com/office/officeart/2005/8/layout/hierarchy1"/>
    <dgm:cxn modelId="{1E56E446-1E97-40FE-9A54-27506AA51278}" type="presParOf" srcId="{90AD3428-933F-4FAD-BEAA-4F56647A401E}" destId="{D285687C-ACDC-4E10-B353-393FB024CEF0}" srcOrd="0" destOrd="0" presId="urn:microsoft.com/office/officeart/2005/8/layout/hierarchy1"/>
    <dgm:cxn modelId="{B2978E0F-438E-4CDE-B5D7-28F38CE77FDB}" type="presParOf" srcId="{90AD3428-933F-4FAD-BEAA-4F56647A401E}" destId="{D38C6C7E-5B56-4904-90C3-997B712F77BF}" srcOrd="1" destOrd="0" presId="urn:microsoft.com/office/officeart/2005/8/layout/hierarchy1"/>
    <dgm:cxn modelId="{B7913894-40EF-43DC-8469-D7B09546122A}" type="presParOf" srcId="{D38C6C7E-5B56-4904-90C3-997B712F77BF}" destId="{36CDD458-25AD-4D0A-AD36-DDA36C3C89C4}" srcOrd="0" destOrd="0" presId="urn:microsoft.com/office/officeart/2005/8/layout/hierarchy1"/>
    <dgm:cxn modelId="{A56F81C1-FC9F-4C98-861D-69085215F574}" type="presParOf" srcId="{36CDD458-25AD-4D0A-AD36-DDA36C3C89C4}" destId="{D273EA44-312C-4C38-BF8D-24981418FA2E}" srcOrd="0" destOrd="0" presId="urn:microsoft.com/office/officeart/2005/8/layout/hierarchy1"/>
    <dgm:cxn modelId="{F83403C8-6375-4988-83C8-4F043A58A439}" type="presParOf" srcId="{36CDD458-25AD-4D0A-AD36-DDA36C3C89C4}" destId="{067574A3-5F1E-4841-A60A-86A627C8F00F}" srcOrd="1" destOrd="0" presId="urn:microsoft.com/office/officeart/2005/8/layout/hierarchy1"/>
    <dgm:cxn modelId="{5EFA676C-7B9C-4770-82F6-05EC5E96F72F}" type="presParOf" srcId="{D38C6C7E-5B56-4904-90C3-997B712F77BF}" destId="{3883F00A-DE18-4E95-8D93-D10E5C1A1FCE}" srcOrd="1" destOrd="0" presId="urn:microsoft.com/office/officeart/2005/8/layout/hierarchy1"/>
    <dgm:cxn modelId="{D976AA51-55B8-4509-9320-8F1BDF700029}" type="presParOf" srcId="{01713F71-370B-4609-AA02-91185CCD2457}" destId="{2356D4CF-8FB8-4CCE-B7DB-BFC1F23B655D}" srcOrd="2" destOrd="0" presId="urn:microsoft.com/office/officeart/2005/8/layout/hierarchy1"/>
    <dgm:cxn modelId="{F47CB3BE-7F1B-4179-92D5-4F8F27483263}" type="presParOf" srcId="{01713F71-370B-4609-AA02-91185CCD2457}" destId="{8615E60A-6008-4893-8CBF-61E7A9900D27}" srcOrd="3" destOrd="0" presId="urn:microsoft.com/office/officeart/2005/8/layout/hierarchy1"/>
    <dgm:cxn modelId="{F4A94B72-DDFC-4FC5-9F37-1FE7318EF2A9}" type="presParOf" srcId="{8615E60A-6008-4893-8CBF-61E7A9900D27}" destId="{650E5A58-EBA0-4168-B730-439A1986D0D7}" srcOrd="0" destOrd="0" presId="urn:microsoft.com/office/officeart/2005/8/layout/hierarchy1"/>
    <dgm:cxn modelId="{1B365D57-1F81-4D3D-99F2-286ADC4C7F6F}" type="presParOf" srcId="{650E5A58-EBA0-4168-B730-439A1986D0D7}" destId="{FB1CA365-A6C7-4F4C-9505-F53C31193F2E}" srcOrd="0" destOrd="0" presId="urn:microsoft.com/office/officeart/2005/8/layout/hierarchy1"/>
    <dgm:cxn modelId="{E605F6EB-8F35-4DC2-8F97-E0EAD03963AD}" type="presParOf" srcId="{650E5A58-EBA0-4168-B730-439A1986D0D7}" destId="{DEEE7262-5A6D-4031-A0FD-12E53590FAF8}" srcOrd="1" destOrd="0" presId="urn:microsoft.com/office/officeart/2005/8/layout/hierarchy1"/>
    <dgm:cxn modelId="{45B6D936-3920-46A0-8A7D-884FF96AF917}" type="presParOf" srcId="{8615E60A-6008-4893-8CBF-61E7A9900D27}" destId="{479AF422-1EF7-41B2-A9A4-28F03E867AF6}" srcOrd="1" destOrd="0" presId="urn:microsoft.com/office/officeart/2005/8/layout/hierarchy1"/>
    <dgm:cxn modelId="{43D7AE3B-6C70-4952-98F1-180506CFE65F}" type="presParOf" srcId="{479AF422-1EF7-41B2-A9A4-28F03E867AF6}" destId="{CA499209-1898-4548-A419-CABF2952F940}" srcOrd="0" destOrd="0" presId="urn:microsoft.com/office/officeart/2005/8/layout/hierarchy1"/>
    <dgm:cxn modelId="{8C894A61-A327-4F86-B1B1-626E91D29271}" type="presParOf" srcId="{479AF422-1EF7-41B2-A9A4-28F03E867AF6}" destId="{1D082881-E140-461A-A5CF-821F6158459A}" srcOrd="1" destOrd="0" presId="urn:microsoft.com/office/officeart/2005/8/layout/hierarchy1"/>
    <dgm:cxn modelId="{607A236F-A25C-4E65-9A60-A03A114CD5E6}" type="presParOf" srcId="{1D082881-E140-461A-A5CF-821F6158459A}" destId="{479CB60A-36EF-4E09-BCDD-1F6742D6A03D}" srcOrd="0" destOrd="0" presId="urn:microsoft.com/office/officeart/2005/8/layout/hierarchy1"/>
    <dgm:cxn modelId="{49360377-B42F-4406-A583-FA6EE07BE150}" type="presParOf" srcId="{479CB60A-36EF-4E09-BCDD-1F6742D6A03D}" destId="{278BAAC8-5666-47B9-9A4A-882DE6A236D3}" srcOrd="0" destOrd="0" presId="urn:microsoft.com/office/officeart/2005/8/layout/hierarchy1"/>
    <dgm:cxn modelId="{4F879C88-1408-45E8-BC7C-D5D5AF20EBA3}" type="presParOf" srcId="{479CB60A-36EF-4E09-BCDD-1F6742D6A03D}" destId="{C040D798-F69E-4595-90BF-1CB30BD749F6}" srcOrd="1" destOrd="0" presId="urn:microsoft.com/office/officeart/2005/8/layout/hierarchy1"/>
    <dgm:cxn modelId="{FE221CDF-A2BB-47D8-BDB3-DC5AB70EFAE7}" type="presParOf" srcId="{1D082881-E140-461A-A5CF-821F6158459A}" destId="{65BB3C04-6779-4D42-BEF6-7497BF13B28C}" srcOrd="1" destOrd="0" presId="urn:microsoft.com/office/officeart/2005/8/layout/hierarchy1"/>
    <dgm:cxn modelId="{3A2B2A1E-397C-48E1-9937-F00F91D31BC9}" type="presParOf" srcId="{65BB3C04-6779-4D42-BEF6-7497BF13B28C}" destId="{15286C8E-AABF-4791-9F5A-95543DE6397C}" srcOrd="0" destOrd="0" presId="urn:microsoft.com/office/officeart/2005/8/layout/hierarchy1"/>
    <dgm:cxn modelId="{5765FEFF-3F43-4C49-BFAD-6593F34D3ACC}" type="presParOf" srcId="{65BB3C04-6779-4D42-BEF6-7497BF13B28C}" destId="{BC067D5A-F305-4EE8-8ECA-8E23EB873DAE}" srcOrd="1" destOrd="0" presId="urn:microsoft.com/office/officeart/2005/8/layout/hierarchy1"/>
    <dgm:cxn modelId="{4B86BFFE-EA2C-4705-90A2-FF58575D839F}" type="presParOf" srcId="{BC067D5A-F305-4EE8-8ECA-8E23EB873DAE}" destId="{54790A2E-AA5B-477E-8C87-AEC9179B952D}" srcOrd="0" destOrd="0" presId="urn:microsoft.com/office/officeart/2005/8/layout/hierarchy1"/>
    <dgm:cxn modelId="{65DB665A-5EB9-4A94-9C39-8D52A84E9967}" type="presParOf" srcId="{54790A2E-AA5B-477E-8C87-AEC9179B952D}" destId="{7334E8DB-32C1-4D36-A211-AD49FC88E1F4}" srcOrd="0" destOrd="0" presId="urn:microsoft.com/office/officeart/2005/8/layout/hierarchy1"/>
    <dgm:cxn modelId="{21000B46-B455-4934-8905-F3684F42E14C}" type="presParOf" srcId="{54790A2E-AA5B-477E-8C87-AEC9179B952D}" destId="{21534192-CF41-45E0-BF75-E1BCE660DB68}" srcOrd="1" destOrd="0" presId="urn:microsoft.com/office/officeart/2005/8/layout/hierarchy1"/>
    <dgm:cxn modelId="{D36828A5-270E-4943-A12A-B2243EE746EA}" type="presParOf" srcId="{BC067D5A-F305-4EE8-8ECA-8E23EB873DAE}" destId="{3B0BD22C-70FA-4B20-BC0C-C468A834C91D}" srcOrd="1" destOrd="0" presId="urn:microsoft.com/office/officeart/2005/8/layout/hierarchy1"/>
    <dgm:cxn modelId="{B968D5EF-98F1-4C1C-8E82-7B748D1C48E3}" type="presParOf" srcId="{22640833-E00D-4C4F-A8CE-AA26A57E3DB2}" destId="{97C34466-F10B-4D15-90EF-2A2D410EDBCC}" srcOrd="2" destOrd="0" presId="urn:microsoft.com/office/officeart/2005/8/layout/hierarchy1"/>
    <dgm:cxn modelId="{4380725F-28CD-4D98-9929-A3A29E9A3B44}" type="presParOf" srcId="{22640833-E00D-4C4F-A8CE-AA26A57E3DB2}" destId="{6B7BE29C-F624-4E24-973F-C0DEAF6B3FA4}" srcOrd="3" destOrd="0" presId="urn:microsoft.com/office/officeart/2005/8/layout/hierarchy1"/>
    <dgm:cxn modelId="{1DCFB413-9604-4A10-A1E1-821219032C08}" type="presParOf" srcId="{6B7BE29C-F624-4E24-973F-C0DEAF6B3FA4}" destId="{1CC7022C-D5E2-42CB-A290-99B4D1741513}" srcOrd="0" destOrd="0" presId="urn:microsoft.com/office/officeart/2005/8/layout/hierarchy1"/>
    <dgm:cxn modelId="{FBC03EF1-8A23-4F0F-B329-E312FCC7C4BC}" type="presParOf" srcId="{1CC7022C-D5E2-42CB-A290-99B4D1741513}" destId="{02A674B1-74AC-481E-925F-4C23E773FD4A}" srcOrd="0" destOrd="0" presId="urn:microsoft.com/office/officeart/2005/8/layout/hierarchy1"/>
    <dgm:cxn modelId="{5D9FFE09-DCDF-41DD-A948-A82C91CB8CCE}" type="presParOf" srcId="{1CC7022C-D5E2-42CB-A290-99B4D1741513}" destId="{CACFEDC8-E8CC-4FB6-941C-312C11AC7C24}" srcOrd="1" destOrd="0" presId="urn:microsoft.com/office/officeart/2005/8/layout/hierarchy1"/>
    <dgm:cxn modelId="{BE499E8F-3A9A-4935-A29F-8978B6840E12}" type="presParOf" srcId="{6B7BE29C-F624-4E24-973F-C0DEAF6B3FA4}" destId="{C360B983-250C-4C58-8792-59A4D01EC107}" srcOrd="1" destOrd="0" presId="urn:microsoft.com/office/officeart/2005/8/layout/hierarchy1"/>
    <dgm:cxn modelId="{8834A786-0F02-41D1-B500-0174642B6600}" type="presParOf" srcId="{C360B983-250C-4C58-8792-59A4D01EC107}" destId="{5FAA7CBC-C330-4EC1-AE18-E2897DDCE1AA}" srcOrd="0" destOrd="0" presId="urn:microsoft.com/office/officeart/2005/8/layout/hierarchy1"/>
    <dgm:cxn modelId="{3CC0ADC3-5B6D-4A12-A405-2F8C362B31AD}" type="presParOf" srcId="{C360B983-250C-4C58-8792-59A4D01EC107}" destId="{6FA9B2EE-9E7A-417D-B690-FB92F490B1DA}" srcOrd="1" destOrd="0" presId="urn:microsoft.com/office/officeart/2005/8/layout/hierarchy1"/>
    <dgm:cxn modelId="{DB22BB8B-35F7-4537-AE25-ACF51862823E}" type="presParOf" srcId="{6FA9B2EE-9E7A-417D-B690-FB92F490B1DA}" destId="{AFA8834C-459F-4CD6-8824-CCCD2DF19889}" srcOrd="0" destOrd="0" presId="urn:microsoft.com/office/officeart/2005/8/layout/hierarchy1"/>
    <dgm:cxn modelId="{2433B37A-6978-4B6B-871D-54035451C7CE}" type="presParOf" srcId="{AFA8834C-459F-4CD6-8824-CCCD2DF19889}" destId="{7021D812-6394-48A1-BEEE-C8664C3D41F5}" srcOrd="0" destOrd="0" presId="urn:microsoft.com/office/officeart/2005/8/layout/hierarchy1"/>
    <dgm:cxn modelId="{E322789D-EB1C-470A-95C7-CDE05985D404}" type="presParOf" srcId="{AFA8834C-459F-4CD6-8824-CCCD2DF19889}" destId="{021C2410-C71A-4FCE-87E5-7022EF57DC7F}" srcOrd="1" destOrd="0" presId="urn:microsoft.com/office/officeart/2005/8/layout/hierarchy1"/>
    <dgm:cxn modelId="{7C016EF4-B511-4F8D-9975-03E98E8915A5}" type="presParOf" srcId="{6FA9B2EE-9E7A-417D-B690-FB92F490B1DA}" destId="{CA541F0A-38D5-4F69-B6B3-1354AF383C8A}" srcOrd="1" destOrd="0" presId="urn:microsoft.com/office/officeart/2005/8/layout/hierarchy1"/>
    <dgm:cxn modelId="{AFDB1C76-5582-4E87-9843-4693D7326B0D}" type="presParOf" srcId="{CA541F0A-38D5-4F69-B6B3-1354AF383C8A}" destId="{CC69A4DC-850B-4087-B128-381FB863D33B}" srcOrd="0" destOrd="0" presId="urn:microsoft.com/office/officeart/2005/8/layout/hierarchy1"/>
    <dgm:cxn modelId="{455E7805-211D-47F5-9DFE-BDBAA7B27481}" type="presParOf" srcId="{CA541F0A-38D5-4F69-B6B3-1354AF383C8A}" destId="{5CD6E22A-12E8-41AB-A14B-FFA9B16B358D}" srcOrd="1" destOrd="0" presId="urn:microsoft.com/office/officeart/2005/8/layout/hierarchy1"/>
    <dgm:cxn modelId="{5842534F-BC80-4AA5-97FD-FDC1F586C5AF}" type="presParOf" srcId="{5CD6E22A-12E8-41AB-A14B-FFA9B16B358D}" destId="{38AC2E40-3FDC-42A8-9878-F564C245AE5C}" srcOrd="0" destOrd="0" presId="urn:microsoft.com/office/officeart/2005/8/layout/hierarchy1"/>
    <dgm:cxn modelId="{2C2A1296-877F-4CB0-A6F3-F8CFE3D0169E}" type="presParOf" srcId="{38AC2E40-3FDC-42A8-9878-F564C245AE5C}" destId="{8C77264B-7277-4011-9B97-E53D9F5AE989}" srcOrd="0" destOrd="0" presId="urn:microsoft.com/office/officeart/2005/8/layout/hierarchy1"/>
    <dgm:cxn modelId="{FD469E14-7950-4525-A99C-7873BF17BF71}" type="presParOf" srcId="{38AC2E40-3FDC-42A8-9878-F564C245AE5C}" destId="{5F81EF25-F1A7-4F30-B8E3-4E24940CCD45}" srcOrd="1" destOrd="0" presId="urn:microsoft.com/office/officeart/2005/8/layout/hierarchy1"/>
    <dgm:cxn modelId="{E33E1B82-2663-49A7-B82C-0E1DD07C3312}" type="presParOf" srcId="{5CD6E22A-12E8-41AB-A14B-FFA9B16B358D}" destId="{DC03E0D0-D813-4FDB-B87F-1D34DD8A090F}" srcOrd="1" destOrd="0" presId="urn:microsoft.com/office/officeart/2005/8/layout/hierarchy1"/>
    <dgm:cxn modelId="{9409F328-B576-4B09-9EBF-99082781D147}" type="presParOf" srcId="{DC03E0D0-D813-4FDB-B87F-1D34DD8A090F}" destId="{E0F13845-C77C-466B-A40C-1F2304FB083F}" srcOrd="0" destOrd="0" presId="urn:microsoft.com/office/officeart/2005/8/layout/hierarchy1"/>
    <dgm:cxn modelId="{0A8844C2-6EBB-477A-B2A3-F76592CED342}" type="presParOf" srcId="{DC03E0D0-D813-4FDB-B87F-1D34DD8A090F}" destId="{1EAF4923-A8A6-4282-A148-63FCB96FF753}" srcOrd="1" destOrd="0" presId="urn:microsoft.com/office/officeart/2005/8/layout/hierarchy1"/>
    <dgm:cxn modelId="{B7998E65-9EB4-401C-8EB6-029BF819D7C0}" type="presParOf" srcId="{1EAF4923-A8A6-4282-A148-63FCB96FF753}" destId="{330DE8F9-9043-4676-81BE-F4558C1941AF}" srcOrd="0" destOrd="0" presId="urn:microsoft.com/office/officeart/2005/8/layout/hierarchy1"/>
    <dgm:cxn modelId="{05465C57-1E65-468B-8AD3-FBDA066AEA6E}" type="presParOf" srcId="{330DE8F9-9043-4676-81BE-F4558C1941AF}" destId="{07705CF9-6A49-4CAF-AF85-7004D9D818AC}" srcOrd="0" destOrd="0" presId="urn:microsoft.com/office/officeart/2005/8/layout/hierarchy1"/>
    <dgm:cxn modelId="{4FB11CFD-E168-421F-846C-D72F32CE30F0}" type="presParOf" srcId="{330DE8F9-9043-4676-81BE-F4558C1941AF}" destId="{9DF3F8E9-2140-4054-A432-FDF3D39B9B63}" srcOrd="1" destOrd="0" presId="urn:microsoft.com/office/officeart/2005/8/layout/hierarchy1"/>
    <dgm:cxn modelId="{E0A85202-6D98-4478-8FA6-2042DFD8641B}" type="presParOf" srcId="{1EAF4923-A8A6-4282-A148-63FCB96FF753}" destId="{9384B31C-5125-4865-B1BA-49BA6A5F44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A28A3A-15D3-4506-B106-303E3B18E744}" type="doc">
      <dgm:prSet loTypeId="urn:microsoft.com/office/officeart/2005/8/layout/hierarchy1" loCatId="hierarchy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1181DE71-E58E-40BA-B542-814132BB4977}">
      <dgm:prSet phldrT="[Text]" custT="1"/>
      <dgm:spPr/>
      <dgm:t>
        <a:bodyPr/>
        <a:lstStyle/>
        <a:p>
          <a:r>
            <a:rPr lang="en-US" sz="1800" dirty="0">
              <a:latin typeface="Bahnschrift" panose="020B0502040204020203" pitchFamily="34" charset="0"/>
            </a:rPr>
            <a:t>Chief Engineer (East/West)</a:t>
          </a:r>
        </a:p>
      </dgm:t>
    </dgm:pt>
    <dgm:pt modelId="{742D9ABE-DE6E-4FE9-9973-48F95EEABEAB}" type="parTrans" cxnId="{62CB1445-0B84-4671-BBC2-7CB72791546E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E80A8E83-608F-4ABE-884E-013107ED40EA}" type="sibTrans" cxnId="{62CB1445-0B84-4671-BBC2-7CB72791546E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737FF30C-79A8-44A3-B345-2BC3CE21B268}">
      <dgm:prSet phldrT="[Text]" custT="1"/>
      <dgm:spPr/>
      <dgm:t>
        <a:bodyPr/>
        <a:lstStyle/>
        <a:p>
          <a:r>
            <a:rPr lang="en-US" sz="1800" dirty="0">
              <a:latin typeface="Bahnschrift" panose="020B0502040204020203" pitchFamily="34" charset="0"/>
            </a:rPr>
            <a:t>Addl. Chief Engineer (M.M.)</a:t>
          </a:r>
        </a:p>
      </dgm:t>
    </dgm:pt>
    <dgm:pt modelId="{80037A50-CC30-411D-B5D8-9E5891FD6085}" type="parTrans" cxnId="{82E94E36-9492-4434-9ED7-73DE0B0CA2B5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14E9A519-9418-4918-BC98-87B993D00BD9}" type="sibTrans" cxnId="{82E94E36-9492-4434-9ED7-73DE0B0CA2B5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AE9991FD-1A01-45B2-9B29-4E22A80702DE}">
      <dgm:prSet phldrT="[Text]" custT="1"/>
      <dgm:spPr/>
      <dgm:t>
        <a:bodyPr/>
        <a:lstStyle/>
        <a:p>
          <a:r>
            <a:rPr lang="en-US" sz="1800" dirty="0">
              <a:latin typeface="Bahnschrift" panose="020B0502040204020203" pitchFamily="34" charset="0"/>
            </a:rPr>
            <a:t>Sr. AEE (East/West)</a:t>
          </a:r>
        </a:p>
      </dgm:t>
    </dgm:pt>
    <dgm:pt modelId="{58B7048D-5250-48D8-AA5C-E9A339D8F6F7}" type="parTrans" cxnId="{842A91B8-0AA1-40E6-B154-BA008BC82744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E2AAFD84-8743-4D2F-8A4E-AE80160AD053}" type="sibTrans" cxnId="{842A91B8-0AA1-40E6-B154-BA008BC82744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CB5D65F8-E99D-47F7-A0E2-DB4A1C37443B}">
      <dgm:prSet phldrT="[Text]" custT="1"/>
      <dgm:spPr/>
      <dgm:t>
        <a:bodyPr/>
        <a:lstStyle/>
        <a:p>
          <a:r>
            <a:rPr lang="en-US" sz="1800" dirty="0">
              <a:latin typeface="Bahnschrift" panose="020B0502040204020203" pitchFamily="34" charset="0"/>
            </a:rPr>
            <a:t>Sr. AE (East/West)</a:t>
          </a:r>
        </a:p>
      </dgm:t>
    </dgm:pt>
    <dgm:pt modelId="{7FB978EF-5110-4C22-B358-B500DF9407CD}" type="parTrans" cxnId="{3C1976D0-7B96-4AD9-BB0F-EE7EC2640699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3EF5E16F-2B94-4DFB-96D3-E7F18F9AD6E5}" type="sibTrans" cxnId="{3C1976D0-7B96-4AD9-BB0F-EE7EC2640699}">
      <dgm:prSet/>
      <dgm:spPr/>
      <dgm:t>
        <a:bodyPr/>
        <a:lstStyle/>
        <a:p>
          <a:endParaRPr lang="en-US" sz="1800">
            <a:latin typeface="Bahnschrift" panose="020B0502040204020203" pitchFamily="34" charset="0"/>
          </a:endParaRPr>
        </a:p>
      </dgm:t>
    </dgm:pt>
    <dgm:pt modelId="{BEBD69D3-1DC2-4A5B-A414-D12606FE2685}" type="pres">
      <dgm:prSet presAssocID="{B7A28A3A-15D3-4506-B106-303E3B18E74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B6664E4-01AA-4E46-AB69-B3A6257B67CB}" type="pres">
      <dgm:prSet presAssocID="{1181DE71-E58E-40BA-B542-814132BB4977}" presName="hierRoot1" presStyleCnt="0"/>
      <dgm:spPr/>
    </dgm:pt>
    <dgm:pt modelId="{2BD8D38E-9595-4FA0-8486-6F6AAED1E47A}" type="pres">
      <dgm:prSet presAssocID="{1181DE71-E58E-40BA-B542-814132BB4977}" presName="composite" presStyleCnt="0"/>
      <dgm:spPr/>
    </dgm:pt>
    <dgm:pt modelId="{66082515-2F80-41A2-A824-AAF677166336}" type="pres">
      <dgm:prSet presAssocID="{1181DE71-E58E-40BA-B542-814132BB4977}" presName="background" presStyleLbl="node0" presStyleIdx="0" presStyleCnt="1"/>
      <dgm:spPr/>
    </dgm:pt>
    <dgm:pt modelId="{18427CBB-33DB-4E9F-960A-07CFA26FBD43}" type="pres">
      <dgm:prSet presAssocID="{1181DE71-E58E-40BA-B542-814132BB4977}" presName="text" presStyleLbl="fgAcc0" presStyleIdx="0" presStyleCnt="1">
        <dgm:presLayoutVars>
          <dgm:chPref val="3"/>
        </dgm:presLayoutVars>
      </dgm:prSet>
      <dgm:spPr/>
    </dgm:pt>
    <dgm:pt modelId="{6905A54E-699C-4A1F-AEC7-980D486F13A4}" type="pres">
      <dgm:prSet presAssocID="{1181DE71-E58E-40BA-B542-814132BB4977}" presName="hierChild2" presStyleCnt="0"/>
      <dgm:spPr/>
    </dgm:pt>
    <dgm:pt modelId="{24EE2EBA-9116-41DB-9709-E51F06847AD3}" type="pres">
      <dgm:prSet presAssocID="{80037A50-CC30-411D-B5D8-9E5891FD6085}" presName="Name10" presStyleLbl="parChTrans1D2" presStyleIdx="0" presStyleCnt="1"/>
      <dgm:spPr/>
    </dgm:pt>
    <dgm:pt modelId="{C5DA6B18-59FF-4A67-9E91-00976AF8D92A}" type="pres">
      <dgm:prSet presAssocID="{737FF30C-79A8-44A3-B345-2BC3CE21B268}" presName="hierRoot2" presStyleCnt="0"/>
      <dgm:spPr/>
    </dgm:pt>
    <dgm:pt modelId="{1A97D959-008B-432E-A3B2-8A848E61EFF2}" type="pres">
      <dgm:prSet presAssocID="{737FF30C-79A8-44A3-B345-2BC3CE21B268}" presName="composite2" presStyleCnt="0"/>
      <dgm:spPr/>
    </dgm:pt>
    <dgm:pt modelId="{1C1A6330-EDFC-4FBC-8D6F-8AEE3BC75CA1}" type="pres">
      <dgm:prSet presAssocID="{737FF30C-79A8-44A3-B345-2BC3CE21B268}" presName="background2" presStyleLbl="node2" presStyleIdx="0" presStyleCnt="1"/>
      <dgm:spPr/>
    </dgm:pt>
    <dgm:pt modelId="{0ECBE9D2-D660-43DA-8E5D-E74EF0E924C8}" type="pres">
      <dgm:prSet presAssocID="{737FF30C-79A8-44A3-B345-2BC3CE21B268}" presName="text2" presStyleLbl="fgAcc2" presStyleIdx="0" presStyleCnt="1">
        <dgm:presLayoutVars>
          <dgm:chPref val="3"/>
        </dgm:presLayoutVars>
      </dgm:prSet>
      <dgm:spPr/>
    </dgm:pt>
    <dgm:pt modelId="{67D5E259-C07D-46CA-B47E-1D14516D1C8C}" type="pres">
      <dgm:prSet presAssocID="{737FF30C-79A8-44A3-B345-2BC3CE21B268}" presName="hierChild3" presStyleCnt="0"/>
      <dgm:spPr/>
    </dgm:pt>
    <dgm:pt modelId="{F76018C5-45C8-4C62-89C5-C75E6B55B18A}" type="pres">
      <dgm:prSet presAssocID="{58B7048D-5250-48D8-AA5C-E9A339D8F6F7}" presName="Name17" presStyleLbl="parChTrans1D3" presStyleIdx="0" presStyleCnt="2"/>
      <dgm:spPr/>
    </dgm:pt>
    <dgm:pt modelId="{038A30C6-169E-4E40-9DC0-5510C6D04853}" type="pres">
      <dgm:prSet presAssocID="{AE9991FD-1A01-45B2-9B29-4E22A80702DE}" presName="hierRoot3" presStyleCnt="0"/>
      <dgm:spPr/>
    </dgm:pt>
    <dgm:pt modelId="{3D314DE6-362E-46CD-801B-BA04173CE3FC}" type="pres">
      <dgm:prSet presAssocID="{AE9991FD-1A01-45B2-9B29-4E22A80702DE}" presName="composite3" presStyleCnt="0"/>
      <dgm:spPr/>
    </dgm:pt>
    <dgm:pt modelId="{85B551A8-A292-445B-9372-8A4CA8E3A042}" type="pres">
      <dgm:prSet presAssocID="{AE9991FD-1A01-45B2-9B29-4E22A80702DE}" presName="background3" presStyleLbl="node3" presStyleIdx="0" presStyleCnt="2"/>
      <dgm:spPr/>
    </dgm:pt>
    <dgm:pt modelId="{B5208F60-3D19-4EE8-82E5-A03A98539AFC}" type="pres">
      <dgm:prSet presAssocID="{AE9991FD-1A01-45B2-9B29-4E22A80702DE}" presName="text3" presStyleLbl="fgAcc3" presStyleIdx="0" presStyleCnt="2">
        <dgm:presLayoutVars>
          <dgm:chPref val="3"/>
        </dgm:presLayoutVars>
      </dgm:prSet>
      <dgm:spPr/>
    </dgm:pt>
    <dgm:pt modelId="{A661AAD9-E5FB-4DBA-B8C9-E8CDEEC5FE78}" type="pres">
      <dgm:prSet presAssocID="{AE9991FD-1A01-45B2-9B29-4E22A80702DE}" presName="hierChild4" presStyleCnt="0"/>
      <dgm:spPr/>
    </dgm:pt>
    <dgm:pt modelId="{CDAFD592-B946-4DF0-AA59-2DD2CEEE534A}" type="pres">
      <dgm:prSet presAssocID="{7FB978EF-5110-4C22-B358-B500DF9407CD}" presName="Name17" presStyleLbl="parChTrans1D3" presStyleIdx="1" presStyleCnt="2"/>
      <dgm:spPr/>
    </dgm:pt>
    <dgm:pt modelId="{43E8501B-E72D-4E2B-86CF-743D14E6410A}" type="pres">
      <dgm:prSet presAssocID="{CB5D65F8-E99D-47F7-A0E2-DB4A1C37443B}" presName="hierRoot3" presStyleCnt="0"/>
      <dgm:spPr/>
    </dgm:pt>
    <dgm:pt modelId="{92EA61FF-5D5D-4899-BDD4-0DCCBE6C5843}" type="pres">
      <dgm:prSet presAssocID="{CB5D65F8-E99D-47F7-A0E2-DB4A1C37443B}" presName="composite3" presStyleCnt="0"/>
      <dgm:spPr/>
    </dgm:pt>
    <dgm:pt modelId="{28D138CB-254B-4D0C-AE1E-1070B6AFB118}" type="pres">
      <dgm:prSet presAssocID="{CB5D65F8-E99D-47F7-A0E2-DB4A1C37443B}" presName="background3" presStyleLbl="node3" presStyleIdx="1" presStyleCnt="2"/>
      <dgm:spPr/>
    </dgm:pt>
    <dgm:pt modelId="{BAD06330-85F5-45F6-9F8D-EBA12EE2392F}" type="pres">
      <dgm:prSet presAssocID="{CB5D65F8-E99D-47F7-A0E2-DB4A1C37443B}" presName="text3" presStyleLbl="fgAcc3" presStyleIdx="1" presStyleCnt="2">
        <dgm:presLayoutVars>
          <dgm:chPref val="3"/>
        </dgm:presLayoutVars>
      </dgm:prSet>
      <dgm:spPr/>
    </dgm:pt>
    <dgm:pt modelId="{9A24764D-EC16-4166-B544-ACC30D1F0149}" type="pres">
      <dgm:prSet presAssocID="{CB5D65F8-E99D-47F7-A0E2-DB4A1C37443B}" presName="hierChild4" presStyleCnt="0"/>
      <dgm:spPr/>
    </dgm:pt>
  </dgm:ptLst>
  <dgm:cxnLst>
    <dgm:cxn modelId="{46333F12-5AC2-44AF-9DC3-6CAEBA425EE2}" type="presOf" srcId="{1181DE71-E58E-40BA-B542-814132BB4977}" destId="{18427CBB-33DB-4E9F-960A-07CFA26FBD43}" srcOrd="0" destOrd="0" presId="urn:microsoft.com/office/officeart/2005/8/layout/hierarchy1"/>
    <dgm:cxn modelId="{82E94E36-9492-4434-9ED7-73DE0B0CA2B5}" srcId="{1181DE71-E58E-40BA-B542-814132BB4977}" destId="{737FF30C-79A8-44A3-B345-2BC3CE21B268}" srcOrd="0" destOrd="0" parTransId="{80037A50-CC30-411D-B5D8-9E5891FD6085}" sibTransId="{14E9A519-9418-4918-BC98-87B993D00BD9}"/>
    <dgm:cxn modelId="{62CB1445-0B84-4671-BBC2-7CB72791546E}" srcId="{B7A28A3A-15D3-4506-B106-303E3B18E744}" destId="{1181DE71-E58E-40BA-B542-814132BB4977}" srcOrd="0" destOrd="0" parTransId="{742D9ABE-DE6E-4FE9-9973-48F95EEABEAB}" sibTransId="{E80A8E83-608F-4ABE-884E-013107ED40EA}"/>
    <dgm:cxn modelId="{B4687B52-7C1E-4317-A7F5-B09F4DA9AE84}" type="presOf" srcId="{CB5D65F8-E99D-47F7-A0E2-DB4A1C37443B}" destId="{BAD06330-85F5-45F6-9F8D-EBA12EE2392F}" srcOrd="0" destOrd="0" presId="urn:microsoft.com/office/officeart/2005/8/layout/hierarchy1"/>
    <dgm:cxn modelId="{6E1A3854-6EED-42AB-91E1-54E5DE016AB3}" type="presOf" srcId="{80037A50-CC30-411D-B5D8-9E5891FD6085}" destId="{24EE2EBA-9116-41DB-9709-E51F06847AD3}" srcOrd="0" destOrd="0" presId="urn:microsoft.com/office/officeart/2005/8/layout/hierarchy1"/>
    <dgm:cxn modelId="{47D8A854-BB29-4904-ADE6-E7B7B3C9D973}" type="presOf" srcId="{737FF30C-79A8-44A3-B345-2BC3CE21B268}" destId="{0ECBE9D2-D660-43DA-8E5D-E74EF0E924C8}" srcOrd="0" destOrd="0" presId="urn:microsoft.com/office/officeart/2005/8/layout/hierarchy1"/>
    <dgm:cxn modelId="{9A7AD98B-0BAD-41B0-850B-EC464771EDDE}" type="presOf" srcId="{58B7048D-5250-48D8-AA5C-E9A339D8F6F7}" destId="{F76018C5-45C8-4C62-89C5-C75E6B55B18A}" srcOrd="0" destOrd="0" presId="urn:microsoft.com/office/officeart/2005/8/layout/hierarchy1"/>
    <dgm:cxn modelId="{842A91B8-0AA1-40E6-B154-BA008BC82744}" srcId="{737FF30C-79A8-44A3-B345-2BC3CE21B268}" destId="{AE9991FD-1A01-45B2-9B29-4E22A80702DE}" srcOrd="0" destOrd="0" parTransId="{58B7048D-5250-48D8-AA5C-E9A339D8F6F7}" sibTransId="{E2AAFD84-8743-4D2F-8A4E-AE80160AD053}"/>
    <dgm:cxn modelId="{3C1976D0-7B96-4AD9-BB0F-EE7EC2640699}" srcId="{737FF30C-79A8-44A3-B345-2BC3CE21B268}" destId="{CB5D65F8-E99D-47F7-A0E2-DB4A1C37443B}" srcOrd="1" destOrd="0" parTransId="{7FB978EF-5110-4C22-B358-B500DF9407CD}" sibTransId="{3EF5E16F-2B94-4DFB-96D3-E7F18F9AD6E5}"/>
    <dgm:cxn modelId="{50BC35E6-08D7-410C-8269-6420A1AA11BE}" type="presOf" srcId="{B7A28A3A-15D3-4506-B106-303E3B18E744}" destId="{BEBD69D3-1DC2-4A5B-A414-D12606FE2685}" srcOrd="0" destOrd="0" presId="urn:microsoft.com/office/officeart/2005/8/layout/hierarchy1"/>
    <dgm:cxn modelId="{793263E7-B413-4408-9888-07E0C487DF7D}" type="presOf" srcId="{7FB978EF-5110-4C22-B358-B500DF9407CD}" destId="{CDAFD592-B946-4DF0-AA59-2DD2CEEE534A}" srcOrd="0" destOrd="0" presId="urn:microsoft.com/office/officeart/2005/8/layout/hierarchy1"/>
    <dgm:cxn modelId="{F2DFD2E7-CFCA-42C0-9032-551A4E10110B}" type="presOf" srcId="{AE9991FD-1A01-45B2-9B29-4E22A80702DE}" destId="{B5208F60-3D19-4EE8-82E5-A03A98539AFC}" srcOrd="0" destOrd="0" presId="urn:microsoft.com/office/officeart/2005/8/layout/hierarchy1"/>
    <dgm:cxn modelId="{2EC55D39-0304-416B-965B-D969A5AF7AC9}" type="presParOf" srcId="{BEBD69D3-1DC2-4A5B-A414-D12606FE2685}" destId="{4B6664E4-01AA-4E46-AB69-B3A6257B67CB}" srcOrd="0" destOrd="0" presId="urn:microsoft.com/office/officeart/2005/8/layout/hierarchy1"/>
    <dgm:cxn modelId="{8826FEB6-32C1-4019-B4D8-A351C5C23100}" type="presParOf" srcId="{4B6664E4-01AA-4E46-AB69-B3A6257B67CB}" destId="{2BD8D38E-9595-4FA0-8486-6F6AAED1E47A}" srcOrd="0" destOrd="0" presId="urn:microsoft.com/office/officeart/2005/8/layout/hierarchy1"/>
    <dgm:cxn modelId="{755F06A8-667B-449F-BBD2-EC1B395E037D}" type="presParOf" srcId="{2BD8D38E-9595-4FA0-8486-6F6AAED1E47A}" destId="{66082515-2F80-41A2-A824-AAF677166336}" srcOrd="0" destOrd="0" presId="urn:microsoft.com/office/officeart/2005/8/layout/hierarchy1"/>
    <dgm:cxn modelId="{1AAD5D79-6D65-4088-9CCD-3434D1D6C05D}" type="presParOf" srcId="{2BD8D38E-9595-4FA0-8486-6F6AAED1E47A}" destId="{18427CBB-33DB-4E9F-960A-07CFA26FBD43}" srcOrd="1" destOrd="0" presId="urn:microsoft.com/office/officeart/2005/8/layout/hierarchy1"/>
    <dgm:cxn modelId="{EFCC73D5-87F7-443A-B565-3CE17A104D46}" type="presParOf" srcId="{4B6664E4-01AA-4E46-AB69-B3A6257B67CB}" destId="{6905A54E-699C-4A1F-AEC7-980D486F13A4}" srcOrd="1" destOrd="0" presId="urn:microsoft.com/office/officeart/2005/8/layout/hierarchy1"/>
    <dgm:cxn modelId="{B30E1DAC-4E3C-463C-9674-EA26B8E0D8B5}" type="presParOf" srcId="{6905A54E-699C-4A1F-AEC7-980D486F13A4}" destId="{24EE2EBA-9116-41DB-9709-E51F06847AD3}" srcOrd="0" destOrd="0" presId="urn:microsoft.com/office/officeart/2005/8/layout/hierarchy1"/>
    <dgm:cxn modelId="{031795BE-3546-4E76-A375-53C911126C09}" type="presParOf" srcId="{6905A54E-699C-4A1F-AEC7-980D486F13A4}" destId="{C5DA6B18-59FF-4A67-9E91-00976AF8D92A}" srcOrd="1" destOrd="0" presId="urn:microsoft.com/office/officeart/2005/8/layout/hierarchy1"/>
    <dgm:cxn modelId="{747E130B-23A2-4C04-A4CE-660F708B99FA}" type="presParOf" srcId="{C5DA6B18-59FF-4A67-9E91-00976AF8D92A}" destId="{1A97D959-008B-432E-A3B2-8A848E61EFF2}" srcOrd="0" destOrd="0" presId="urn:microsoft.com/office/officeart/2005/8/layout/hierarchy1"/>
    <dgm:cxn modelId="{16723BEA-E44B-4C25-9163-AA5D3EFD9170}" type="presParOf" srcId="{1A97D959-008B-432E-A3B2-8A848E61EFF2}" destId="{1C1A6330-EDFC-4FBC-8D6F-8AEE3BC75CA1}" srcOrd="0" destOrd="0" presId="urn:microsoft.com/office/officeart/2005/8/layout/hierarchy1"/>
    <dgm:cxn modelId="{2943DAC7-357A-4C62-A3FE-FB07EF1CA295}" type="presParOf" srcId="{1A97D959-008B-432E-A3B2-8A848E61EFF2}" destId="{0ECBE9D2-D660-43DA-8E5D-E74EF0E924C8}" srcOrd="1" destOrd="0" presId="urn:microsoft.com/office/officeart/2005/8/layout/hierarchy1"/>
    <dgm:cxn modelId="{6F9DCA07-22ED-4B90-AC1F-2261BBF49B3E}" type="presParOf" srcId="{C5DA6B18-59FF-4A67-9E91-00976AF8D92A}" destId="{67D5E259-C07D-46CA-B47E-1D14516D1C8C}" srcOrd="1" destOrd="0" presId="urn:microsoft.com/office/officeart/2005/8/layout/hierarchy1"/>
    <dgm:cxn modelId="{D2B70C95-771D-417B-80E5-C4A3442E642A}" type="presParOf" srcId="{67D5E259-C07D-46CA-B47E-1D14516D1C8C}" destId="{F76018C5-45C8-4C62-89C5-C75E6B55B18A}" srcOrd="0" destOrd="0" presId="urn:microsoft.com/office/officeart/2005/8/layout/hierarchy1"/>
    <dgm:cxn modelId="{86A1C078-5F16-40B6-8CE3-A2F9E44DAFA3}" type="presParOf" srcId="{67D5E259-C07D-46CA-B47E-1D14516D1C8C}" destId="{038A30C6-169E-4E40-9DC0-5510C6D04853}" srcOrd="1" destOrd="0" presId="urn:microsoft.com/office/officeart/2005/8/layout/hierarchy1"/>
    <dgm:cxn modelId="{7375EFC8-3D33-405B-85F5-3CF810F7F4D9}" type="presParOf" srcId="{038A30C6-169E-4E40-9DC0-5510C6D04853}" destId="{3D314DE6-362E-46CD-801B-BA04173CE3FC}" srcOrd="0" destOrd="0" presId="urn:microsoft.com/office/officeart/2005/8/layout/hierarchy1"/>
    <dgm:cxn modelId="{E4A10D4A-A38D-45C4-BD3F-6EF150971E51}" type="presParOf" srcId="{3D314DE6-362E-46CD-801B-BA04173CE3FC}" destId="{85B551A8-A292-445B-9372-8A4CA8E3A042}" srcOrd="0" destOrd="0" presId="urn:microsoft.com/office/officeart/2005/8/layout/hierarchy1"/>
    <dgm:cxn modelId="{D78D2576-128E-4D71-B941-DA14E0E93F3F}" type="presParOf" srcId="{3D314DE6-362E-46CD-801B-BA04173CE3FC}" destId="{B5208F60-3D19-4EE8-82E5-A03A98539AFC}" srcOrd="1" destOrd="0" presId="urn:microsoft.com/office/officeart/2005/8/layout/hierarchy1"/>
    <dgm:cxn modelId="{3551D074-001A-4036-B9ED-BCC1D39BC7DE}" type="presParOf" srcId="{038A30C6-169E-4E40-9DC0-5510C6D04853}" destId="{A661AAD9-E5FB-4DBA-B8C9-E8CDEEC5FE78}" srcOrd="1" destOrd="0" presId="urn:microsoft.com/office/officeart/2005/8/layout/hierarchy1"/>
    <dgm:cxn modelId="{943FDA2F-AA88-4C51-A10D-5C8535690052}" type="presParOf" srcId="{67D5E259-C07D-46CA-B47E-1D14516D1C8C}" destId="{CDAFD592-B946-4DF0-AA59-2DD2CEEE534A}" srcOrd="2" destOrd="0" presId="urn:microsoft.com/office/officeart/2005/8/layout/hierarchy1"/>
    <dgm:cxn modelId="{4EA836AA-597E-4CCD-BAFA-220A0D311C94}" type="presParOf" srcId="{67D5E259-C07D-46CA-B47E-1D14516D1C8C}" destId="{43E8501B-E72D-4E2B-86CF-743D14E6410A}" srcOrd="3" destOrd="0" presId="urn:microsoft.com/office/officeart/2005/8/layout/hierarchy1"/>
    <dgm:cxn modelId="{9896AF49-5677-4312-AFAA-BA8CF2928D41}" type="presParOf" srcId="{43E8501B-E72D-4E2B-86CF-743D14E6410A}" destId="{92EA61FF-5D5D-4899-BDD4-0DCCBE6C5843}" srcOrd="0" destOrd="0" presId="urn:microsoft.com/office/officeart/2005/8/layout/hierarchy1"/>
    <dgm:cxn modelId="{5F6A917E-ABC9-4D96-B1BB-219CB72DFE4E}" type="presParOf" srcId="{92EA61FF-5D5D-4899-BDD4-0DCCBE6C5843}" destId="{28D138CB-254B-4D0C-AE1E-1070B6AFB118}" srcOrd="0" destOrd="0" presId="urn:microsoft.com/office/officeart/2005/8/layout/hierarchy1"/>
    <dgm:cxn modelId="{B8BD5AD6-B7D9-446F-AE0C-B284F0289E06}" type="presParOf" srcId="{92EA61FF-5D5D-4899-BDD4-0DCCBE6C5843}" destId="{BAD06330-85F5-45F6-9F8D-EBA12EE2392F}" srcOrd="1" destOrd="0" presId="urn:microsoft.com/office/officeart/2005/8/layout/hierarchy1"/>
    <dgm:cxn modelId="{7E42A93A-6468-4FCB-87CA-4C9356DADC89}" type="presParOf" srcId="{43E8501B-E72D-4E2B-86CF-743D14E6410A}" destId="{9A24764D-EC16-4166-B544-ACC30D1F014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1C070-7061-4421-9DC6-31E5A401DF0C}">
      <dsp:nvSpPr>
        <dsp:cNvPr id="0" name=""/>
        <dsp:cNvSpPr/>
      </dsp:nvSpPr>
      <dsp:spPr>
        <a:xfrm>
          <a:off x="3812241" y="2915480"/>
          <a:ext cx="1071026" cy="525736"/>
        </a:xfrm>
        <a:custGeom>
          <a:avLst/>
          <a:gdLst/>
          <a:ahLst/>
          <a:cxnLst/>
          <a:rect l="0" t="0" r="0" b="0"/>
          <a:pathLst>
            <a:path>
              <a:moveTo>
                <a:pt x="1071026" y="0"/>
              </a:moveTo>
              <a:lnTo>
                <a:pt x="1071026" y="352857"/>
              </a:lnTo>
              <a:lnTo>
                <a:pt x="0" y="352857"/>
              </a:lnTo>
              <a:lnTo>
                <a:pt x="0" y="525736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E29C5C-D46B-4EE3-AABF-7EDCE0620FD7}">
      <dsp:nvSpPr>
        <dsp:cNvPr id="0" name=""/>
        <dsp:cNvSpPr/>
      </dsp:nvSpPr>
      <dsp:spPr>
        <a:xfrm>
          <a:off x="3742836" y="1187728"/>
          <a:ext cx="1140430" cy="5427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9862"/>
              </a:lnTo>
              <a:lnTo>
                <a:pt x="1140430" y="369862"/>
              </a:lnTo>
              <a:lnTo>
                <a:pt x="1140430" y="54274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2187F7-E95A-4457-95FB-F6FC8CF1B7BF}">
      <dsp:nvSpPr>
        <dsp:cNvPr id="0" name=""/>
        <dsp:cNvSpPr/>
      </dsp:nvSpPr>
      <dsp:spPr>
        <a:xfrm>
          <a:off x="2602406" y="2915480"/>
          <a:ext cx="1207965" cy="525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2845"/>
              </a:lnTo>
              <a:lnTo>
                <a:pt x="1207965" y="352845"/>
              </a:lnTo>
              <a:lnTo>
                <a:pt x="1207965" y="525724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BB1541-C1E5-4394-9638-B047DF8E4F78}">
      <dsp:nvSpPr>
        <dsp:cNvPr id="0" name=""/>
        <dsp:cNvSpPr/>
      </dsp:nvSpPr>
      <dsp:spPr>
        <a:xfrm>
          <a:off x="2602406" y="1187728"/>
          <a:ext cx="1140430" cy="542741"/>
        </a:xfrm>
        <a:custGeom>
          <a:avLst/>
          <a:gdLst/>
          <a:ahLst/>
          <a:cxnLst/>
          <a:rect l="0" t="0" r="0" b="0"/>
          <a:pathLst>
            <a:path>
              <a:moveTo>
                <a:pt x="1140430" y="0"/>
              </a:moveTo>
              <a:lnTo>
                <a:pt x="1140430" y="369862"/>
              </a:lnTo>
              <a:lnTo>
                <a:pt x="0" y="369862"/>
              </a:lnTo>
              <a:lnTo>
                <a:pt x="0" y="542741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294928-1C2F-41A1-9946-C581BB0C4413}">
      <dsp:nvSpPr>
        <dsp:cNvPr id="0" name=""/>
        <dsp:cNvSpPr/>
      </dsp:nvSpPr>
      <dsp:spPr>
        <a:xfrm>
          <a:off x="2809757" y="2716"/>
          <a:ext cx="1866159" cy="1185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34982-9F1B-4DE5-8E3E-6E88E438071C}">
      <dsp:nvSpPr>
        <dsp:cNvPr id="0" name=""/>
        <dsp:cNvSpPr/>
      </dsp:nvSpPr>
      <dsp:spPr>
        <a:xfrm>
          <a:off x="3017108" y="199700"/>
          <a:ext cx="1866159" cy="1185011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DG-BR</a:t>
          </a:r>
        </a:p>
      </dsp:txBody>
      <dsp:txXfrm>
        <a:off x="3051816" y="234408"/>
        <a:ext cx="1796743" cy="1115595"/>
      </dsp:txXfrm>
    </dsp:sp>
    <dsp:sp modelId="{5A884284-8266-4F98-A479-43AA2D8E3AA8}">
      <dsp:nvSpPr>
        <dsp:cNvPr id="0" name=""/>
        <dsp:cNvSpPr/>
      </dsp:nvSpPr>
      <dsp:spPr>
        <a:xfrm>
          <a:off x="1669326" y="1730469"/>
          <a:ext cx="1866159" cy="1185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32882D-7B64-49D2-8F8A-972B0A1BF2E3}">
      <dsp:nvSpPr>
        <dsp:cNvPr id="0" name=""/>
        <dsp:cNvSpPr/>
      </dsp:nvSpPr>
      <dsp:spPr>
        <a:xfrm>
          <a:off x="1876677" y="1927453"/>
          <a:ext cx="1866159" cy="1185011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GM-East</a:t>
          </a:r>
          <a:endParaRPr lang="en-US" sz="2200" kern="1200" dirty="0">
            <a:latin typeface="Bahnschrift" panose="020B0502040204020203" pitchFamily="34" charset="0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Administrative Control</a:t>
          </a:r>
        </a:p>
      </dsp:txBody>
      <dsp:txXfrm>
        <a:off x="1911385" y="1962161"/>
        <a:ext cx="1796743" cy="1115595"/>
      </dsp:txXfrm>
    </dsp:sp>
    <dsp:sp modelId="{2BD0FDA1-C6AB-4FDF-8A33-496B49512A52}">
      <dsp:nvSpPr>
        <dsp:cNvPr id="0" name=""/>
        <dsp:cNvSpPr/>
      </dsp:nvSpPr>
      <dsp:spPr>
        <a:xfrm>
          <a:off x="2877291" y="3441205"/>
          <a:ext cx="1866159" cy="1185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FCC86-CA07-4E2E-B02B-A64BCE6983C1}">
      <dsp:nvSpPr>
        <dsp:cNvPr id="0" name=""/>
        <dsp:cNvSpPr/>
      </dsp:nvSpPr>
      <dsp:spPr>
        <a:xfrm>
          <a:off x="3084642" y="3638189"/>
          <a:ext cx="1866159" cy="1185011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100" kern="1200" dirty="0"/>
        </a:p>
      </dsp:txBody>
      <dsp:txXfrm>
        <a:off x="3119350" y="3672897"/>
        <a:ext cx="1796743" cy="1115595"/>
      </dsp:txXfrm>
    </dsp:sp>
    <dsp:sp modelId="{43AA4CC8-EB5E-4547-B89D-D0BE002619D5}">
      <dsp:nvSpPr>
        <dsp:cNvPr id="0" name=""/>
        <dsp:cNvSpPr/>
      </dsp:nvSpPr>
      <dsp:spPr>
        <a:xfrm>
          <a:off x="3950188" y="1730469"/>
          <a:ext cx="1866159" cy="1185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5D9BE-9018-443D-BEF9-174646CD8852}">
      <dsp:nvSpPr>
        <dsp:cNvPr id="0" name=""/>
        <dsp:cNvSpPr/>
      </dsp:nvSpPr>
      <dsp:spPr>
        <a:xfrm>
          <a:off x="4157539" y="1927453"/>
          <a:ext cx="1866159" cy="1185011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ADG-RS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Technical Control</a:t>
          </a:r>
        </a:p>
      </dsp:txBody>
      <dsp:txXfrm>
        <a:off x="4192247" y="1962161"/>
        <a:ext cx="1796743" cy="1115595"/>
      </dsp:txXfrm>
    </dsp:sp>
    <dsp:sp modelId="{4FEF9C77-146B-4857-B93B-B714ED0006EA}">
      <dsp:nvSpPr>
        <dsp:cNvPr id="0" name=""/>
        <dsp:cNvSpPr/>
      </dsp:nvSpPr>
      <dsp:spPr>
        <a:xfrm>
          <a:off x="2879161" y="3441217"/>
          <a:ext cx="1866159" cy="1185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64345-A8A6-440B-A4ED-77FC075AF039}">
      <dsp:nvSpPr>
        <dsp:cNvPr id="0" name=""/>
        <dsp:cNvSpPr/>
      </dsp:nvSpPr>
      <dsp:spPr>
        <a:xfrm>
          <a:off x="3086512" y="3638200"/>
          <a:ext cx="1866159" cy="1185011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CEE-East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Zonal Execution</a:t>
          </a:r>
        </a:p>
      </dsp:txBody>
      <dsp:txXfrm>
        <a:off x="3121220" y="3672908"/>
        <a:ext cx="1796743" cy="1115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ED347-9D49-44E6-A273-4D086C2AC30D}">
      <dsp:nvSpPr>
        <dsp:cNvPr id="0" name=""/>
        <dsp:cNvSpPr/>
      </dsp:nvSpPr>
      <dsp:spPr>
        <a:xfrm>
          <a:off x="3789368" y="2944503"/>
          <a:ext cx="2304918" cy="5484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763"/>
              </a:lnTo>
              <a:lnTo>
                <a:pt x="2304918" y="373763"/>
              </a:lnTo>
              <a:lnTo>
                <a:pt x="2304918" y="548465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94C9A-E6E3-467F-A62B-963C58141B74}">
      <dsp:nvSpPr>
        <dsp:cNvPr id="0" name=""/>
        <dsp:cNvSpPr/>
      </dsp:nvSpPr>
      <dsp:spPr>
        <a:xfrm>
          <a:off x="3743648" y="2944503"/>
          <a:ext cx="91440" cy="5484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8465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E1675-6EE0-4252-826C-4FD88A5A0D99}">
      <dsp:nvSpPr>
        <dsp:cNvPr id="0" name=""/>
        <dsp:cNvSpPr/>
      </dsp:nvSpPr>
      <dsp:spPr>
        <a:xfrm>
          <a:off x="1484449" y="2944503"/>
          <a:ext cx="2304918" cy="548465"/>
        </a:xfrm>
        <a:custGeom>
          <a:avLst/>
          <a:gdLst/>
          <a:ahLst/>
          <a:cxnLst/>
          <a:rect l="0" t="0" r="0" b="0"/>
          <a:pathLst>
            <a:path>
              <a:moveTo>
                <a:pt x="2304918" y="0"/>
              </a:moveTo>
              <a:lnTo>
                <a:pt x="2304918" y="373763"/>
              </a:lnTo>
              <a:lnTo>
                <a:pt x="0" y="373763"/>
              </a:lnTo>
              <a:lnTo>
                <a:pt x="0" y="548465"/>
              </a:lnTo>
            </a:path>
          </a:pathLst>
        </a:custGeom>
        <a:noFill/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911B84-E749-4845-BAD8-B3ACA6FD6304}">
      <dsp:nvSpPr>
        <dsp:cNvPr id="0" name=""/>
        <dsp:cNvSpPr/>
      </dsp:nvSpPr>
      <dsp:spPr>
        <a:xfrm>
          <a:off x="3743648" y="1198527"/>
          <a:ext cx="91440" cy="5484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8465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570304-C1BD-4D90-A7AF-4255DD54A99B}">
      <dsp:nvSpPr>
        <dsp:cNvPr id="0" name=""/>
        <dsp:cNvSpPr/>
      </dsp:nvSpPr>
      <dsp:spPr>
        <a:xfrm>
          <a:off x="2846447" y="1017"/>
          <a:ext cx="1885842" cy="1197510"/>
        </a:xfrm>
        <a:prstGeom prst="roundRect">
          <a:avLst>
            <a:gd name="adj" fmla="val 10000"/>
          </a:avLst>
        </a:prstGeom>
        <a:solidFill>
          <a:schemeClr val="accent3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530D6-423B-4AD6-BD62-432421A4B894}">
      <dsp:nvSpPr>
        <dsp:cNvPr id="0" name=""/>
        <dsp:cNvSpPr/>
      </dsp:nvSpPr>
      <dsp:spPr>
        <a:xfrm>
          <a:off x="3055985" y="200078"/>
          <a:ext cx="1885842" cy="1197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" panose="020B0502040204020203" pitchFamily="34" charset="0"/>
            </a:rPr>
            <a:t>CEE- West</a:t>
          </a:r>
        </a:p>
      </dsp:txBody>
      <dsp:txXfrm>
        <a:off x="3091059" y="235152"/>
        <a:ext cx="1815694" cy="1127362"/>
      </dsp:txXfrm>
    </dsp:sp>
    <dsp:sp modelId="{EB85AC1C-C915-4B4C-A221-3C90540BCE6D}">
      <dsp:nvSpPr>
        <dsp:cNvPr id="0" name=""/>
        <dsp:cNvSpPr/>
      </dsp:nvSpPr>
      <dsp:spPr>
        <a:xfrm>
          <a:off x="2846447" y="1746993"/>
          <a:ext cx="1885842" cy="1197510"/>
        </a:xfrm>
        <a:prstGeom prst="roundRect">
          <a:avLst>
            <a:gd name="adj" fmla="val 10000"/>
          </a:avLst>
        </a:prstGeom>
        <a:solidFill>
          <a:schemeClr val="accent3">
            <a:alpha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54FD4-E186-4F74-86E3-7F3181C52FC3}">
      <dsp:nvSpPr>
        <dsp:cNvPr id="0" name=""/>
        <dsp:cNvSpPr/>
      </dsp:nvSpPr>
      <dsp:spPr>
        <a:xfrm>
          <a:off x="3055985" y="1946054"/>
          <a:ext cx="1885842" cy="1197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" panose="020B0502040204020203" pitchFamily="34" charset="0"/>
            </a:rPr>
            <a:t>Addl. CEE- West</a:t>
          </a:r>
        </a:p>
      </dsp:txBody>
      <dsp:txXfrm>
        <a:off x="3091059" y="1981128"/>
        <a:ext cx="1815694" cy="1127362"/>
      </dsp:txXfrm>
    </dsp:sp>
    <dsp:sp modelId="{ACA320B1-443F-4297-9F13-8412FDB11642}">
      <dsp:nvSpPr>
        <dsp:cNvPr id="0" name=""/>
        <dsp:cNvSpPr/>
      </dsp:nvSpPr>
      <dsp:spPr>
        <a:xfrm>
          <a:off x="541528" y="3492969"/>
          <a:ext cx="1885842" cy="1197510"/>
        </a:xfrm>
        <a:prstGeom prst="roundRect">
          <a:avLst>
            <a:gd name="adj" fmla="val 10000"/>
          </a:avLst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8359C-1AC8-44FB-A2D5-32964B162F81}">
      <dsp:nvSpPr>
        <dsp:cNvPr id="0" name=""/>
        <dsp:cNvSpPr/>
      </dsp:nvSpPr>
      <dsp:spPr>
        <a:xfrm>
          <a:off x="751066" y="3692030"/>
          <a:ext cx="1885842" cy="1197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" panose="020B0502040204020203" pitchFamily="34" charset="0"/>
            </a:rPr>
            <a:t>DEE (PEY)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Regional field management</a:t>
          </a:r>
        </a:p>
      </dsp:txBody>
      <dsp:txXfrm>
        <a:off x="786140" y="3727104"/>
        <a:ext cx="1815694" cy="1127362"/>
      </dsp:txXfrm>
    </dsp:sp>
    <dsp:sp modelId="{A2762E0F-E3D0-4584-B0CE-79AAF3475D83}">
      <dsp:nvSpPr>
        <dsp:cNvPr id="0" name=""/>
        <dsp:cNvSpPr/>
      </dsp:nvSpPr>
      <dsp:spPr>
        <a:xfrm>
          <a:off x="2846447" y="3492969"/>
          <a:ext cx="1885842" cy="1197510"/>
        </a:xfrm>
        <a:prstGeom prst="roundRect">
          <a:avLst>
            <a:gd name="adj" fmla="val 10000"/>
          </a:avLst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96E5D8-5568-4B92-9891-88EF4FC61069}">
      <dsp:nvSpPr>
        <dsp:cNvPr id="0" name=""/>
        <dsp:cNvSpPr/>
      </dsp:nvSpPr>
      <dsp:spPr>
        <a:xfrm>
          <a:off x="3055985" y="3692030"/>
          <a:ext cx="1885842" cy="1197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" panose="020B0502040204020203" pitchFamily="34" charset="0"/>
            </a:rPr>
            <a:t>DEE (LMH)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Regional field management</a:t>
          </a:r>
        </a:p>
      </dsp:txBody>
      <dsp:txXfrm>
        <a:off x="3091059" y="3727104"/>
        <a:ext cx="1815694" cy="1127362"/>
      </dsp:txXfrm>
    </dsp:sp>
    <dsp:sp modelId="{C2D4612F-E3AA-44E9-A018-ADA77EB127C6}">
      <dsp:nvSpPr>
        <dsp:cNvPr id="0" name=""/>
        <dsp:cNvSpPr/>
      </dsp:nvSpPr>
      <dsp:spPr>
        <a:xfrm>
          <a:off x="5151365" y="3492969"/>
          <a:ext cx="1885842" cy="1197510"/>
        </a:xfrm>
        <a:prstGeom prst="roundRect">
          <a:avLst>
            <a:gd name="adj" fmla="val 10000"/>
          </a:avLst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6F087-CE51-469E-B4FB-D258D292C295}">
      <dsp:nvSpPr>
        <dsp:cNvPr id="0" name=""/>
        <dsp:cNvSpPr/>
      </dsp:nvSpPr>
      <dsp:spPr>
        <a:xfrm>
          <a:off x="5360903" y="3692030"/>
          <a:ext cx="1885842" cy="11975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ahnschrift" panose="020B0502040204020203" pitchFamily="34" charset="0"/>
            </a:rPr>
            <a:t>DEE (SDP)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Saidpur Workshop operations.</a:t>
          </a:r>
        </a:p>
      </dsp:txBody>
      <dsp:txXfrm>
        <a:off x="5395977" y="3727104"/>
        <a:ext cx="1815694" cy="11273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13845-C77C-466B-A40C-1F2304FB083F}">
      <dsp:nvSpPr>
        <dsp:cNvPr id="0" name=""/>
        <dsp:cNvSpPr/>
      </dsp:nvSpPr>
      <dsp:spPr>
        <a:xfrm>
          <a:off x="5979483" y="450787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69A4DC-850B-4087-B128-381FB863D33B}">
      <dsp:nvSpPr>
        <dsp:cNvPr id="0" name=""/>
        <dsp:cNvSpPr/>
      </dsp:nvSpPr>
      <dsp:spPr>
        <a:xfrm>
          <a:off x="5979483" y="328536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AA7CBC-C330-4EC1-AE18-E2897DDCE1AA}">
      <dsp:nvSpPr>
        <dsp:cNvPr id="0" name=""/>
        <dsp:cNvSpPr/>
      </dsp:nvSpPr>
      <dsp:spPr>
        <a:xfrm>
          <a:off x="5979483" y="206285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C34466-F10B-4D15-90EF-2A2D410EDBCC}">
      <dsp:nvSpPr>
        <dsp:cNvPr id="0" name=""/>
        <dsp:cNvSpPr/>
      </dsp:nvSpPr>
      <dsp:spPr>
        <a:xfrm>
          <a:off x="4814798" y="840347"/>
          <a:ext cx="1210405" cy="384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704"/>
              </a:lnTo>
              <a:lnTo>
                <a:pt x="1210405" y="261704"/>
              </a:lnTo>
              <a:lnTo>
                <a:pt x="1210405" y="38402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86C8E-AABF-4791-9F5A-95543DE6397C}">
      <dsp:nvSpPr>
        <dsp:cNvPr id="0" name=""/>
        <dsp:cNvSpPr/>
      </dsp:nvSpPr>
      <dsp:spPr>
        <a:xfrm>
          <a:off x="4365609" y="450787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499209-1898-4548-A419-CABF2952F940}">
      <dsp:nvSpPr>
        <dsp:cNvPr id="0" name=""/>
        <dsp:cNvSpPr/>
      </dsp:nvSpPr>
      <dsp:spPr>
        <a:xfrm>
          <a:off x="4365609" y="328536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6D4CF-8FB8-4CCE-B7DB-BFC1F23B655D}">
      <dsp:nvSpPr>
        <dsp:cNvPr id="0" name=""/>
        <dsp:cNvSpPr/>
      </dsp:nvSpPr>
      <dsp:spPr>
        <a:xfrm>
          <a:off x="3604392" y="2062857"/>
          <a:ext cx="806937" cy="384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704"/>
              </a:lnTo>
              <a:lnTo>
                <a:pt x="806937" y="261704"/>
              </a:lnTo>
              <a:lnTo>
                <a:pt x="806937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5687C-ACDC-4E10-B353-393FB024CEF0}">
      <dsp:nvSpPr>
        <dsp:cNvPr id="0" name=""/>
        <dsp:cNvSpPr/>
      </dsp:nvSpPr>
      <dsp:spPr>
        <a:xfrm>
          <a:off x="2751735" y="450787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16DBF-0B24-4148-96F6-41BD9D751496}">
      <dsp:nvSpPr>
        <dsp:cNvPr id="0" name=""/>
        <dsp:cNvSpPr/>
      </dsp:nvSpPr>
      <dsp:spPr>
        <a:xfrm>
          <a:off x="2751735" y="3285367"/>
          <a:ext cx="91440" cy="384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594E22-1066-4345-BE94-08A3D0E2C2B1}">
      <dsp:nvSpPr>
        <dsp:cNvPr id="0" name=""/>
        <dsp:cNvSpPr/>
      </dsp:nvSpPr>
      <dsp:spPr>
        <a:xfrm>
          <a:off x="2797455" y="2062857"/>
          <a:ext cx="806937" cy="384028"/>
        </a:xfrm>
        <a:custGeom>
          <a:avLst/>
          <a:gdLst/>
          <a:ahLst/>
          <a:cxnLst/>
          <a:rect l="0" t="0" r="0" b="0"/>
          <a:pathLst>
            <a:path>
              <a:moveTo>
                <a:pt x="806937" y="0"/>
              </a:moveTo>
              <a:lnTo>
                <a:pt x="806937" y="261704"/>
              </a:lnTo>
              <a:lnTo>
                <a:pt x="0" y="261704"/>
              </a:lnTo>
              <a:lnTo>
                <a:pt x="0" y="384028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FBA3A7-3757-4B80-BECF-5D346BA08FBA}">
      <dsp:nvSpPr>
        <dsp:cNvPr id="0" name=""/>
        <dsp:cNvSpPr/>
      </dsp:nvSpPr>
      <dsp:spPr>
        <a:xfrm>
          <a:off x="3604392" y="840347"/>
          <a:ext cx="1210405" cy="384028"/>
        </a:xfrm>
        <a:custGeom>
          <a:avLst/>
          <a:gdLst/>
          <a:ahLst/>
          <a:cxnLst/>
          <a:rect l="0" t="0" r="0" b="0"/>
          <a:pathLst>
            <a:path>
              <a:moveTo>
                <a:pt x="1210405" y="0"/>
              </a:moveTo>
              <a:lnTo>
                <a:pt x="1210405" y="261704"/>
              </a:lnTo>
              <a:lnTo>
                <a:pt x="0" y="261704"/>
              </a:lnTo>
              <a:lnTo>
                <a:pt x="0" y="38402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AB0BC-8882-42F3-A3AC-74A41793746C}">
      <dsp:nvSpPr>
        <dsp:cNvPr id="0" name=""/>
        <dsp:cNvSpPr/>
      </dsp:nvSpPr>
      <dsp:spPr>
        <a:xfrm>
          <a:off x="4054962" y="1866"/>
          <a:ext cx="1519671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4D2246-B0BB-4375-98B1-03CC363FCB68}">
      <dsp:nvSpPr>
        <dsp:cNvPr id="0" name=""/>
        <dsp:cNvSpPr/>
      </dsp:nvSpPr>
      <dsp:spPr>
        <a:xfrm>
          <a:off x="4201678" y="141246"/>
          <a:ext cx="1519671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ADG (Development)</a:t>
          </a:r>
        </a:p>
      </dsp:txBody>
      <dsp:txXfrm>
        <a:off x="4226236" y="165804"/>
        <a:ext cx="1470555" cy="789365"/>
      </dsp:txXfrm>
    </dsp:sp>
    <dsp:sp modelId="{959311DF-C4B5-465F-8BF5-A3F2CB2CB971}">
      <dsp:nvSpPr>
        <dsp:cNvPr id="0" name=""/>
        <dsp:cNvSpPr/>
      </dsp:nvSpPr>
      <dsp:spPr>
        <a:xfrm>
          <a:off x="2944171" y="122437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7A6B2-1972-4086-A5F7-D12E67C7BE88}">
      <dsp:nvSpPr>
        <dsp:cNvPr id="0" name=""/>
        <dsp:cNvSpPr/>
      </dsp:nvSpPr>
      <dsp:spPr>
        <a:xfrm>
          <a:off x="3090886" y="136375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JDG (Development/RS)</a:t>
          </a:r>
        </a:p>
      </dsp:txBody>
      <dsp:txXfrm>
        <a:off x="3115444" y="1388314"/>
        <a:ext cx="1271326" cy="789365"/>
      </dsp:txXfrm>
    </dsp:sp>
    <dsp:sp modelId="{4F0FAA54-8E9E-4CDB-AEE4-008512F0E7FB}">
      <dsp:nvSpPr>
        <dsp:cNvPr id="0" name=""/>
        <dsp:cNvSpPr/>
      </dsp:nvSpPr>
      <dsp:spPr>
        <a:xfrm>
          <a:off x="2137233" y="244688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5B81E8-E238-422E-A383-EB6B8BB9B6BB}">
      <dsp:nvSpPr>
        <dsp:cNvPr id="0" name=""/>
        <dsp:cNvSpPr/>
      </dsp:nvSpPr>
      <dsp:spPr>
        <a:xfrm>
          <a:off x="2283949" y="258626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Director (Dev./Elect.)</a:t>
          </a:r>
        </a:p>
      </dsp:txBody>
      <dsp:txXfrm>
        <a:off x="2308507" y="2610824"/>
        <a:ext cx="1271326" cy="789365"/>
      </dsp:txXfrm>
    </dsp:sp>
    <dsp:sp modelId="{D5B8CB10-EB79-40DC-8C52-D25B5F7D575A}">
      <dsp:nvSpPr>
        <dsp:cNvPr id="0" name=""/>
        <dsp:cNvSpPr/>
      </dsp:nvSpPr>
      <dsp:spPr>
        <a:xfrm>
          <a:off x="2137233" y="366939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3B7059-F768-4393-ADEF-780291284B91}">
      <dsp:nvSpPr>
        <dsp:cNvPr id="0" name=""/>
        <dsp:cNvSpPr/>
      </dsp:nvSpPr>
      <dsp:spPr>
        <a:xfrm>
          <a:off x="2283949" y="380877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Sr. Assistant Director (Dev./Elect.)</a:t>
          </a:r>
        </a:p>
      </dsp:txBody>
      <dsp:txXfrm>
        <a:off x="2308507" y="3833334"/>
        <a:ext cx="1271326" cy="789365"/>
      </dsp:txXfrm>
    </dsp:sp>
    <dsp:sp modelId="{D273EA44-312C-4C38-BF8D-24981418FA2E}">
      <dsp:nvSpPr>
        <dsp:cNvPr id="0" name=""/>
        <dsp:cNvSpPr/>
      </dsp:nvSpPr>
      <dsp:spPr>
        <a:xfrm>
          <a:off x="2137233" y="489190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574A3-5F1E-4841-A60A-86A627C8F00F}">
      <dsp:nvSpPr>
        <dsp:cNvPr id="0" name=""/>
        <dsp:cNvSpPr/>
      </dsp:nvSpPr>
      <dsp:spPr>
        <a:xfrm>
          <a:off x="2283949" y="503128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Assistant Director (Dev./Elect.)</a:t>
          </a:r>
        </a:p>
      </dsp:txBody>
      <dsp:txXfrm>
        <a:off x="2308507" y="5055844"/>
        <a:ext cx="1271326" cy="789365"/>
      </dsp:txXfrm>
    </dsp:sp>
    <dsp:sp modelId="{FB1CA365-A6C7-4F4C-9505-F53C31193F2E}">
      <dsp:nvSpPr>
        <dsp:cNvPr id="0" name=""/>
        <dsp:cNvSpPr/>
      </dsp:nvSpPr>
      <dsp:spPr>
        <a:xfrm>
          <a:off x="3751108" y="244688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E7262-5A6D-4031-A0FD-12E53590FAF8}">
      <dsp:nvSpPr>
        <dsp:cNvPr id="0" name=""/>
        <dsp:cNvSpPr/>
      </dsp:nvSpPr>
      <dsp:spPr>
        <a:xfrm>
          <a:off x="3897824" y="258626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Director (Dev./ME)</a:t>
          </a:r>
        </a:p>
      </dsp:txBody>
      <dsp:txXfrm>
        <a:off x="3922382" y="2610824"/>
        <a:ext cx="1271326" cy="789365"/>
      </dsp:txXfrm>
    </dsp:sp>
    <dsp:sp modelId="{278BAAC8-5666-47B9-9A4A-882DE6A236D3}">
      <dsp:nvSpPr>
        <dsp:cNvPr id="0" name=""/>
        <dsp:cNvSpPr/>
      </dsp:nvSpPr>
      <dsp:spPr>
        <a:xfrm>
          <a:off x="3751108" y="366939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0D798-F69E-4595-90BF-1CB30BD749F6}">
      <dsp:nvSpPr>
        <dsp:cNvPr id="0" name=""/>
        <dsp:cNvSpPr/>
      </dsp:nvSpPr>
      <dsp:spPr>
        <a:xfrm>
          <a:off x="3897824" y="380877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Sr. Assistant Director (Dev./ME)</a:t>
          </a:r>
        </a:p>
      </dsp:txBody>
      <dsp:txXfrm>
        <a:off x="3922382" y="3833334"/>
        <a:ext cx="1271326" cy="789365"/>
      </dsp:txXfrm>
    </dsp:sp>
    <dsp:sp modelId="{7334E8DB-32C1-4D36-A211-AD49FC88E1F4}">
      <dsp:nvSpPr>
        <dsp:cNvPr id="0" name=""/>
        <dsp:cNvSpPr/>
      </dsp:nvSpPr>
      <dsp:spPr>
        <a:xfrm>
          <a:off x="3751108" y="489190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34192-CF41-45E0-BF75-E1BCE660DB68}">
      <dsp:nvSpPr>
        <dsp:cNvPr id="0" name=""/>
        <dsp:cNvSpPr/>
      </dsp:nvSpPr>
      <dsp:spPr>
        <a:xfrm>
          <a:off x="3897824" y="503128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Assistant Director (Dev./ME)</a:t>
          </a:r>
        </a:p>
      </dsp:txBody>
      <dsp:txXfrm>
        <a:off x="3922382" y="5055844"/>
        <a:ext cx="1271326" cy="789365"/>
      </dsp:txXfrm>
    </dsp:sp>
    <dsp:sp modelId="{02A674B1-74AC-481E-925F-4C23E773FD4A}">
      <dsp:nvSpPr>
        <dsp:cNvPr id="0" name=""/>
        <dsp:cNvSpPr/>
      </dsp:nvSpPr>
      <dsp:spPr>
        <a:xfrm>
          <a:off x="5364982" y="122437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CFEDC8-E8CC-4FB6-941C-312C11AC7C24}">
      <dsp:nvSpPr>
        <dsp:cNvPr id="0" name=""/>
        <dsp:cNvSpPr/>
      </dsp:nvSpPr>
      <dsp:spPr>
        <a:xfrm>
          <a:off x="5511698" y="136375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JDG (</a:t>
          </a:r>
          <a:r>
            <a:rPr lang="en-US" sz="1400" kern="1200" dirty="0" err="1">
              <a:latin typeface="Bahnschrift" panose="020B0502040204020203" pitchFamily="34" charset="0"/>
            </a:rPr>
            <a:t>DnS</a:t>
          </a:r>
          <a:r>
            <a:rPr lang="en-US" sz="1400" kern="1200" dirty="0">
              <a:latin typeface="Bahnschrift" panose="020B0502040204020203" pitchFamily="34" charset="0"/>
            </a:rPr>
            <a:t>)</a:t>
          </a:r>
        </a:p>
      </dsp:txBody>
      <dsp:txXfrm>
        <a:off x="5536256" y="1388314"/>
        <a:ext cx="1271326" cy="789365"/>
      </dsp:txXfrm>
    </dsp:sp>
    <dsp:sp modelId="{7021D812-6394-48A1-BEEE-C8664C3D41F5}">
      <dsp:nvSpPr>
        <dsp:cNvPr id="0" name=""/>
        <dsp:cNvSpPr/>
      </dsp:nvSpPr>
      <dsp:spPr>
        <a:xfrm>
          <a:off x="5364982" y="244688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C2410-C71A-4FCE-87E5-7022EF57DC7F}">
      <dsp:nvSpPr>
        <dsp:cNvPr id="0" name=""/>
        <dsp:cNvSpPr/>
      </dsp:nvSpPr>
      <dsp:spPr>
        <a:xfrm>
          <a:off x="5511698" y="258626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Director (</a:t>
          </a:r>
          <a:r>
            <a:rPr lang="en-US" sz="1400" kern="1200" dirty="0" err="1">
              <a:latin typeface="Bahnschrift" panose="020B0502040204020203" pitchFamily="34" charset="0"/>
            </a:rPr>
            <a:t>DnS</a:t>
          </a:r>
          <a:r>
            <a:rPr lang="en-US" sz="1400" kern="1200" dirty="0">
              <a:latin typeface="Bahnschrift" panose="020B0502040204020203" pitchFamily="34" charset="0"/>
            </a:rPr>
            <a:t>/E/ME)</a:t>
          </a:r>
        </a:p>
      </dsp:txBody>
      <dsp:txXfrm>
        <a:off x="5536256" y="2610824"/>
        <a:ext cx="1271326" cy="789365"/>
      </dsp:txXfrm>
    </dsp:sp>
    <dsp:sp modelId="{8C77264B-7277-4011-9B97-E53D9F5AE989}">
      <dsp:nvSpPr>
        <dsp:cNvPr id="0" name=""/>
        <dsp:cNvSpPr/>
      </dsp:nvSpPr>
      <dsp:spPr>
        <a:xfrm>
          <a:off x="5364982" y="366939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1EF25-F1A7-4F30-B8E3-4E24940CCD45}">
      <dsp:nvSpPr>
        <dsp:cNvPr id="0" name=""/>
        <dsp:cNvSpPr/>
      </dsp:nvSpPr>
      <dsp:spPr>
        <a:xfrm>
          <a:off x="5511698" y="380877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Sr. Assistant Director (</a:t>
          </a:r>
          <a:r>
            <a:rPr lang="en-US" sz="1400" kern="1200" dirty="0" err="1">
              <a:latin typeface="Bahnschrift" panose="020B0502040204020203" pitchFamily="34" charset="0"/>
            </a:rPr>
            <a:t>DnS</a:t>
          </a:r>
          <a:r>
            <a:rPr lang="en-US" sz="1400" kern="1200" dirty="0">
              <a:latin typeface="Bahnschrift" panose="020B0502040204020203" pitchFamily="34" charset="0"/>
            </a:rPr>
            <a:t>/Elect.)</a:t>
          </a:r>
        </a:p>
      </dsp:txBody>
      <dsp:txXfrm>
        <a:off x="5536256" y="3833334"/>
        <a:ext cx="1271326" cy="789365"/>
      </dsp:txXfrm>
    </dsp:sp>
    <dsp:sp modelId="{07705CF9-6A49-4CAF-AF85-7004D9D818AC}">
      <dsp:nvSpPr>
        <dsp:cNvPr id="0" name=""/>
        <dsp:cNvSpPr/>
      </dsp:nvSpPr>
      <dsp:spPr>
        <a:xfrm>
          <a:off x="5364982" y="4891906"/>
          <a:ext cx="1320442" cy="83848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3F8E9-2140-4054-A432-FDF3D39B9B63}">
      <dsp:nvSpPr>
        <dsp:cNvPr id="0" name=""/>
        <dsp:cNvSpPr/>
      </dsp:nvSpPr>
      <dsp:spPr>
        <a:xfrm>
          <a:off x="5511698" y="5031286"/>
          <a:ext cx="1320442" cy="838481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ahnschrift" panose="020B0502040204020203" pitchFamily="34" charset="0"/>
            </a:rPr>
            <a:t>Assistant Director (</a:t>
          </a:r>
          <a:r>
            <a:rPr lang="en-US" sz="1400" kern="1200" dirty="0" err="1">
              <a:latin typeface="Bahnschrift" panose="020B0502040204020203" pitchFamily="34" charset="0"/>
            </a:rPr>
            <a:t>DnS</a:t>
          </a:r>
          <a:r>
            <a:rPr lang="en-US" sz="1400" kern="1200" dirty="0">
              <a:latin typeface="Bahnschrift" panose="020B0502040204020203" pitchFamily="34" charset="0"/>
            </a:rPr>
            <a:t>/Elect.)</a:t>
          </a:r>
        </a:p>
      </dsp:txBody>
      <dsp:txXfrm>
        <a:off x="5536256" y="5055844"/>
        <a:ext cx="1271326" cy="7893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FD592-B946-4DF0-AA59-2DD2CEEE534A}">
      <dsp:nvSpPr>
        <dsp:cNvPr id="0" name=""/>
        <dsp:cNvSpPr/>
      </dsp:nvSpPr>
      <dsp:spPr>
        <a:xfrm>
          <a:off x="3947914" y="3262482"/>
          <a:ext cx="1276945" cy="6077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4136"/>
              </a:lnTo>
              <a:lnTo>
                <a:pt x="1276945" y="414136"/>
              </a:lnTo>
              <a:lnTo>
                <a:pt x="1276945" y="607709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6018C5-45C8-4C62-89C5-C75E6B55B18A}">
      <dsp:nvSpPr>
        <dsp:cNvPr id="0" name=""/>
        <dsp:cNvSpPr/>
      </dsp:nvSpPr>
      <dsp:spPr>
        <a:xfrm>
          <a:off x="2670968" y="3262482"/>
          <a:ext cx="1276945" cy="607709"/>
        </a:xfrm>
        <a:custGeom>
          <a:avLst/>
          <a:gdLst/>
          <a:ahLst/>
          <a:cxnLst/>
          <a:rect l="0" t="0" r="0" b="0"/>
          <a:pathLst>
            <a:path>
              <a:moveTo>
                <a:pt x="1276945" y="0"/>
              </a:moveTo>
              <a:lnTo>
                <a:pt x="1276945" y="414136"/>
              </a:lnTo>
              <a:lnTo>
                <a:pt x="0" y="414136"/>
              </a:lnTo>
              <a:lnTo>
                <a:pt x="0" y="607709"/>
              </a:lnTo>
            </a:path>
          </a:pathLst>
        </a:cu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EE2EBA-9116-41DB-9709-E51F06847AD3}">
      <dsp:nvSpPr>
        <dsp:cNvPr id="0" name=""/>
        <dsp:cNvSpPr/>
      </dsp:nvSpPr>
      <dsp:spPr>
        <a:xfrm>
          <a:off x="3902194" y="1327910"/>
          <a:ext cx="91440" cy="6077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07709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082515-2F80-41A2-A824-AAF677166336}">
      <dsp:nvSpPr>
        <dsp:cNvPr id="0" name=""/>
        <dsp:cNvSpPr/>
      </dsp:nvSpPr>
      <dsp:spPr>
        <a:xfrm>
          <a:off x="2903140" y="1048"/>
          <a:ext cx="2089546" cy="13268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27CBB-33DB-4E9F-960A-07CFA26FBD43}">
      <dsp:nvSpPr>
        <dsp:cNvPr id="0" name=""/>
        <dsp:cNvSpPr/>
      </dsp:nvSpPr>
      <dsp:spPr>
        <a:xfrm>
          <a:off x="3135312" y="221611"/>
          <a:ext cx="2089546" cy="13268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Chief Engineer (East/West)</a:t>
          </a:r>
        </a:p>
      </dsp:txBody>
      <dsp:txXfrm>
        <a:off x="3174174" y="260473"/>
        <a:ext cx="2011822" cy="1249138"/>
      </dsp:txXfrm>
    </dsp:sp>
    <dsp:sp modelId="{1C1A6330-EDFC-4FBC-8D6F-8AEE3BC75CA1}">
      <dsp:nvSpPr>
        <dsp:cNvPr id="0" name=""/>
        <dsp:cNvSpPr/>
      </dsp:nvSpPr>
      <dsp:spPr>
        <a:xfrm>
          <a:off x="2903140" y="1935620"/>
          <a:ext cx="2089546" cy="13268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BE9D2-D660-43DA-8E5D-E74EF0E924C8}">
      <dsp:nvSpPr>
        <dsp:cNvPr id="0" name=""/>
        <dsp:cNvSpPr/>
      </dsp:nvSpPr>
      <dsp:spPr>
        <a:xfrm>
          <a:off x="3135312" y="2156184"/>
          <a:ext cx="2089546" cy="13268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Addl. Chief Engineer (M.M.)</a:t>
          </a:r>
        </a:p>
      </dsp:txBody>
      <dsp:txXfrm>
        <a:off x="3174174" y="2195046"/>
        <a:ext cx="2011822" cy="1249138"/>
      </dsp:txXfrm>
    </dsp:sp>
    <dsp:sp modelId="{85B551A8-A292-445B-9372-8A4CA8E3A042}">
      <dsp:nvSpPr>
        <dsp:cNvPr id="0" name=""/>
        <dsp:cNvSpPr/>
      </dsp:nvSpPr>
      <dsp:spPr>
        <a:xfrm>
          <a:off x="1626195" y="3870192"/>
          <a:ext cx="2089546" cy="13268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08F60-3D19-4EE8-82E5-A03A98539AFC}">
      <dsp:nvSpPr>
        <dsp:cNvPr id="0" name=""/>
        <dsp:cNvSpPr/>
      </dsp:nvSpPr>
      <dsp:spPr>
        <a:xfrm>
          <a:off x="1858367" y="4090756"/>
          <a:ext cx="2089546" cy="13268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Sr. AEE (East/West)</a:t>
          </a:r>
        </a:p>
      </dsp:txBody>
      <dsp:txXfrm>
        <a:off x="1897229" y="4129618"/>
        <a:ext cx="2011822" cy="1249138"/>
      </dsp:txXfrm>
    </dsp:sp>
    <dsp:sp modelId="{28D138CB-254B-4D0C-AE1E-1070B6AFB118}">
      <dsp:nvSpPr>
        <dsp:cNvPr id="0" name=""/>
        <dsp:cNvSpPr/>
      </dsp:nvSpPr>
      <dsp:spPr>
        <a:xfrm>
          <a:off x="4180085" y="3870192"/>
          <a:ext cx="2089546" cy="13268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06330-85F5-45F6-9F8D-EBA12EE2392F}">
      <dsp:nvSpPr>
        <dsp:cNvPr id="0" name=""/>
        <dsp:cNvSpPr/>
      </dsp:nvSpPr>
      <dsp:spPr>
        <a:xfrm>
          <a:off x="4412257" y="4090756"/>
          <a:ext cx="2089546" cy="132686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Sr. AE (East/West)</a:t>
          </a:r>
        </a:p>
      </dsp:txBody>
      <dsp:txXfrm>
        <a:off x="4451119" y="4129618"/>
        <a:ext cx="2011822" cy="124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53860-10CB-452B-ADB2-A5C9C457B09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B6E76-4B7F-4079-9482-90E71304E2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1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33D0-875C-40C7-A6E0-773130DC4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85AEA-5348-4D69-84B1-76687EFB1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9DF4B-F3A4-42EE-B5E4-E9289F6F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9B280-A53B-4D41-8407-462E306C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D2150-A29E-4A38-B018-A9A6C347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03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9C3D-DF8F-40DA-BDC2-98750A910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F5E23-74DD-4F74-91E8-97FF0BFA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FD8EF-D61C-4864-96A5-85039BB4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F450B-3977-475A-BD45-53BD4A0C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668AE-BE29-4688-9D2F-E238CCFD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1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07E2-320A-4611-8429-60F4DAB2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2B550-8DFF-43E5-B016-8BDD07991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BB59-93FC-4D83-8E21-5C985593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480E-EA7C-45E9-A6D9-3CAFE2A9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15E45-37E1-4F0C-A0FC-068B041F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3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705A-9340-4CF5-AFAD-2F264AF1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1B69-0C8C-4DA6-B0D4-BFBFB72E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22C1A-50BB-4E73-8464-98B91BA9D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08DBF-31A6-453D-B0C2-A341F752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C90E5-2659-40F2-8AF9-3FE5C445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3910A-A2FB-4DB2-9C67-1CAA914E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2710-7350-4936-AC69-E3DED948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3399A-EDDD-42A0-8225-3150692C5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0A833-BB0A-4001-9D82-9E49E5CE5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398F7-D111-41AA-AABE-9439AD3F20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496B0-A89B-42BF-9509-E2AF68972C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8A870-E4A4-4922-AF72-DF64796F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0021E-34A9-4241-821F-949EAD540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81917-B2FC-43D4-9D11-06FD719F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4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A9C1-BE3E-4A68-927E-931BB097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ABABF-809B-4AD2-B7C6-6D84A272D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08C21-16AB-4B9A-86FF-5D4EA8AB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09F0B5-7F33-4773-B649-C5904F9D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92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BA6E-D3CA-4797-A420-E5FC8BA00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3474-7996-4703-8F20-2124C41D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31D7-A830-47AB-865B-A60E0AC4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7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0A50A-DAB7-4828-A8F7-D9F09E03C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90A70-131E-46C8-8BDF-D4F65D4A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FA3B5-AF5C-4BF9-A274-7E7EB0723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4ABC2-AEF7-483B-A90B-E2069FB21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AC7EE-D61F-4FB0-ADEA-CFAFB42C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EDB27-C6EE-4567-9B1B-B29B22AB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931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85BD8-614F-4892-8111-4814369C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FBA696-E8FE-4C89-A2DB-C24FC1DF6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EF6A0-5B03-4D88-843E-7846A668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8B4D3-64E4-49F8-8C97-8A771EA4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E9BEF-479E-41E7-8790-157DA8CB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3F138-82A2-4B1E-9631-6E262754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400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97E0-2E59-42C9-9389-63809BD0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72971-CCD0-4C2D-89F9-E68775DD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9A767-9848-4C60-935D-BB1218D3A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EDCB0-8C4E-4D1E-BEFE-327376D3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CC8B6-76FA-424F-A5FE-AE8FC70A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8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ADA26-3D79-49BC-9A79-27FB409F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18EF1-6758-4D3E-B2F8-67A72C756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0C6EB-71CD-4900-8A34-8AC4BF45B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BDDE2-15E6-4B5F-AB76-DAF94CCCA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E5DD9-6047-4907-AA78-7F0B009E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2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"/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482B6-B685-4A11-9217-9BFE6A22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559E7-32B9-485D-87D9-FEFC07B41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D246-99D1-4F82-B045-D791429301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BDB26-F38C-40E6-B731-5221B6B5282A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840B-E4FD-40A6-A436-5EB7A441D4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0E768-F40E-4A55-AE00-B0300D0112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0B04B-0274-4EE6-ABAC-C990671A1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6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BE34823-BFFB-4E8B-AEB7-044AA7D70DF9}"/>
              </a:ext>
            </a:extLst>
          </p:cNvPr>
          <p:cNvSpPr txBox="1"/>
          <p:nvPr/>
        </p:nvSpPr>
        <p:spPr>
          <a:xfrm>
            <a:off x="-1" y="3011225"/>
            <a:ext cx="12191980" cy="83555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US" sz="2400" b="1" kern="0" dirty="0"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b="1" dirty="0">
                <a:effectLst/>
                <a:latin typeface="Helvetica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Overview of Functions and Organizational Hierarchy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FD89C8-99B3-4DF3-95F1-6CA3AE296D76}"/>
              </a:ext>
            </a:extLst>
          </p:cNvPr>
          <p:cNvSpPr txBox="1"/>
          <p:nvPr/>
        </p:nvSpPr>
        <p:spPr>
          <a:xfrm>
            <a:off x="6895321" y="4609322"/>
            <a:ext cx="49172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Presented by</a:t>
            </a:r>
          </a:p>
          <a:p>
            <a:r>
              <a:rPr lang="en-US" sz="2000" b="1" dirty="0">
                <a:latin typeface="Bahnschrift" panose="020B0502040204020203" pitchFamily="34" charset="0"/>
              </a:rPr>
              <a:t>Engr. Rashadul Islam </a:t>
            </a:r>
          </a:p>
          <a:p>
            <a:r>
              <a:rPr lang="en-US" dirty="0">
                <a:latin typeface="Bahnschrift" panose="020B0502040204020203" pitchFamily="34" charset="0"/>
              </a:rPr>
              <a:t>B.Sc. In Mechanical Engineering (BUET)</a:t>
            </a:r>
          </a:p>
          <a:p>
            <a:r>
              <a:rPr lang="en-US" dirty="0">
                <a:latin typeface="Bahnschrift" panose="020B0502040204020203" pitchFamily="34" charset="0"/>
              </a:rPr>
              <a:t>44</a:t>
            </a:r>
            <a:r>
              <a:rPr lang="en-US" baseline="30000" dirty="0">
                <a:latin typeface="Bahnschrift" panose="020B0502040204020203" pitchFamily="34" charset="0"/>
              </a:rPr>
              <a:t>th</a:t>
            </a:r>
            <a:r>
              <a:rPr lang="en-US" dirty="0">
                <a:latin typeface="Bahnschrift" panose="020B0502040204020203" pitchFamily="34" charset="0"/>
              </a:rPr>
              <a:t> BCS (Railway Engineering, Mechanical)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74AB0A-CE85-440E-8022-438856B1E1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4964" y="795531"/>
            <a:ext cx="11620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0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B5362-0078-41B6-A403-D735F05559F7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978EA-FA0D-458A-A14B-7D08366E2606}"/>
              </a:ext>
            </a:extLst>
          </p:cNvPr>
          <p:cNvSpPr txBox="1"/>
          <p:nvPr/>
        </p:nvSpPr>
        <p:spPr>
          <a:xfrm>
            <a:off x="793628" y="453919"/>
            <a:ext cx="682015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Core Functions (The "Two Wings" Visual)</a:t>
            </a:r>
            <a:endParaRPr lang="en-US" sz="2300" b="1" dirty="0">
              <a:latin typeface="Roboto-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4FDFD-42B2-4534-A4FF-A0F2771161D4}"/>
              </a:ext>
            </a:extLst>
          </p:cNvPr>
          <p:cNvSpPr txBox="1"/>
          <p:nvPr/>
        </p:nvSpPr>
        <p:spPr>
          <a:xfrm>
            <a:off x="2090737" y="1441212"/>
            <a:ext cx="8010525" cy="3975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Bahnschrift" panose="020B0502040204020203" pitchFamily="34" charset="0"/>
              </a:rPr>
              <a:t>Train Lighting (Mobile Assets):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Power generation for passenger coaches.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Maintenance of all internal electrical appliances.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O&amp;M of Air Conditioning systems.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latin typeface="Bahnschrift" panose="020B0502040204020203" pitchFamily="34" charset="0"/>
              </a:rPr>
              <a:t>Power (Stationary Assets):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Distribution to all BR installations.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O&amp;M of Water Pumps.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Bahnschrift" panose="020B0502040204020203" pitchFamily="34" charset="0"/>
              </a:rPr>
              <a:t>Electricity consumption billing.</a:t>
            </a:r>
          </a:p>
        </p:txBody>
      </p:sp>
    </p:spTree>
    <p:extLst>
      <p:ext uri="{BB962C8B-B14F-4D97-AF65-F5344CB8AC3E}">
        <p14:creationId xmlns:p14="http://schemas.microsoft.com/office/powerpoint/2010/main" val="254459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B5362-0078-41B6-A403-D735F05559F7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978EA-FA0D-458A-A14B-7D08366E2606}"/>
              </a:ext>
            </a:extLst>
          </p:cNvPr>
          <p:cNvSpPr txBox="1"/>
          <p:nvPr/>
        </p:nvSpPr>
        <p:spPr>
          <a:xfrm>
            <a:off x="793628" y="453919"/>
            <a:ext cx="682015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The Command Chain (High-Level Chart)</a:t>
            </a:r>
            <a:endParaRPr lang="en-US" sz="2300" b="1" dirty="0">
              <a:latin typeface="Roboto-Bold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A38A55E-7010-425A-A17C-A94CEEEB1A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2678449"/>
              </p:ext>
            </p:extLst>
          </p:nvPr>
        </p:nvGraphicFramePr>
        <p:xfrm>
          <a:off x="2508250" y="1424517"/>
          <a:ext cx="7693025" cy="4842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4809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B5362-0078-41B6-A403-D735F05559F7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134FB-C088-4035-82DE-4E7BBD57E268}"/>
              </a:ext>
            </a:extLst>
          </p:cNvPr>
          <p:cNvSpPr txBox="1"/>
          <p:nvPr/>
        </p:nvSpPr>
        <p:spPr>
          <a:xfrm>
            <a:off x="793628" y="453919"/>
            <a:ext cx="690257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East Zone Detailed Organigram (CRB, Chattogram)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2C5B03-1528-4461-B3C5-9DA38F9A4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27835"/>
              </p:ext>
            </p:extLst>
          </p:nvPr>
        </p:nvGraphicFramePr>
        <p:xfrm>
          <a:off x="1143000" y="1715803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423909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012668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53219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sz="2000" b="1" i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Level</a:t>
                      </a:r>
                      <a:endParaRPr lang="en-US" sz="2000" i="1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b="1" i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Designation</a:t>
                      </a:r>
                      <a:endParaRPr lang="en-US" sz="2000" i="1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000" b="1" i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Jurisdiction/Focus</a:t>
                      </a:r>
                      <a:endParaRPr lang="en-US" sz="2000" i="1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533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Zonal Head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CEE-East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Overall Zone Strategy 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5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Addl. Zonal Head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Addl. CEE-East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Operational Oversight 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28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Divisional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DEE Dhaka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Capital Region Operations 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894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Divisional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DEE CTG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Port City Operations 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79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Divisional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DEE HQ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Headquarters Operations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123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Workshop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DEE Workshop (PHT)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Pahartali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Bahnschrift" panose="020B0502040204020203" pitchFamily="34" charset="0"/>
                        </a:rPr>
                        <a:t> Workshop Repairs 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974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87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D71E1-B705-4330-A2FB-13C50E01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12763"/>
            <a:ext cx="10515600" cy="587033"/>
          </a:xfrm>
        </p:spPr>
        <p:txBody>
          <a:bodyPr/>
          <a:lstStyle/>
          <a:p>
            <a:r>
              <a:rPr lang="en-US" sz="2400" b="1" dirty="0">
                <a:solidFill>
                  <a:srgbClr val="F16523"/>
                </a:solidFill>
                <a:latin typeface="Roboto-Bold"/>
              </a:rPr>
              <a:t>West Zone Structure (</a:t>
            </a:r>
            <a:r>
              <a:rPr lang="en-US" sz="2400" b="1" dirty="0" err="1">
                <a:solidFill>
                  <a:srgbClr val="F16523"/>
                </a:solidFill>
                <a:latin typeface="Roboto-Bold"/>
              </a:rPr>
              <a:t>Rajshahi</a:t>
            </a:r>
            <a:r>
              <a:rPr lang="en-US" sz="2400" b="1" dirty="0">
                <a:solidFill>
                  <a:srgbClr val="F16523"/>
                </a:solidFill>
                <a:latin typeface="Roboto-Bold"/>
              </a:rPr>
              <a:t>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E6F3A6-7AA7-41DC-8E6A-7A7C27F9BCE3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89A2689-A6D3-4CA8-99AE-781271EF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6599617"/>
              </p:ext>
            </p:extLst>
          </p:nvPr>
        </p:nvGraphicFramePr>
        <p:xfrm>
          <a:off x="2201862" y="1099796"/>
          <a:ext cx="7788275" cy="4890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165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D030D4-5034-4C0C-AC10-5635A6EF3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357468"/>
            <a:ext cx="10515600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Development &amp; Design Wings</a:t>
            </a:r>
            <a:endParaRPr lang="en-US" sz="23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E6EF1-1511-47FF-BFAC-D6189F607ED9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7AE9E5C-80F9-46EF-BBC5-B9D19F258C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7326860"/>
              </p:ext>
            </p:extLst>
          </p:nvPr>
        </p:nvGraphicFramePr>
        <p:xfrm>
          <a:off x="2031999" y="719666"/>
          <a:ext cx="8969375" cy="5871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8420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853F08-0648-479C-84CA-3574F99D9ED5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B95BD5-5600-4895-9C80-E09E05FA4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50" y="357468"/>
            <a:ext cx="10515600" cy="41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Posts Under Chief Engineers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6C2F0C4-CD9F-4B95-965C-F052BC4FA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392079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483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B5362-0078-41B6-A403-D735F05559F7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C134FB-C088-4035-82DE-4E7BBD57E268}"/>
              </a:ext>
            </a:extLst>
          </p:cNvPr>
          <p:cNvSpPr txBox="1"/>
          <p:nvPr/>
        </p:nvSpPr>
        <p:spPr>
          <a:xfrm>
            <a:off x="696893" y="425831"/>
            <a:ext cx="585428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i="0" dirty="0">
                <a:solidFill>
                  <a:srgbClr val="F16523"/>
                </a:solidFill>
                <a:effectLst/>
                <a:latin typeface="Roboto-Bold"/>
              </a:rPr>
              <a:t>Field Level and Technical Execution: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76466-FE98-41C7-A064-7F3B05593AFC}"/>
              </a:ext>
            </a:extLst>
          </p:cNvPr>
          <p:cNvSpPr txBox="1"/>
          <p:nvPr/>
        </p:nvSpPr>
        <p:spPr>
          <a:xfrm>
            <a:off x="700088" y="1116269"/>
            <a:ext cx="10791824" cy="1698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SSAE (Senior Sub-Assistant Engineer):</a:t>
            </a:r>
            <a:r>
              <a:rPr lang="en-US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Indicated in Green, these are "In-charge" posts. Key examples include SSAE-TECH, SSAE-GER SHOP, and SSAE-AC DA.</a:t>
            </a: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SAE (Sub-Assistant Engineer):</a:t>
            </a:r>
            <a:r>
              <a:rPr lang="en-US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Indicated in Red, these are Non-Diploma posts. This includes roles such as SAE-TL (Train Lighting), SAE-AC (Air Conditioning), and SAE-PHT.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BDB976-344B-4C55-9EF6-1AD93C31D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28858"/>
              </p:ext>
            </p:extLst>
          </p:nvPr>
        </p:nvGraphicFramePr>
        <p:xfrm>
          <a:off x="2324099" y="3058460"/>
          <a:ext cx="8067674" cy="356616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033837">
                  <a:extLst>
                    <a:ext uri="{9D8B030D-6E8A-4147-A177-3AD203B41FA5}">
                      <a16:colId xmlns:a16="http://schemas.microsoft.com/office/drawing/2014/main" val="1451861639"/>
                    </a:ext>
                  </a:extLst>
                </a:gridCol>
                <a:gridCol w="4033837">
                  <a:extLst>
                    <a:ext uri="{9D8B030D-6E8A-4147-A177-3AD203B41FA5}">
                      <a16:colId xmlns:a16="http://schemas.microsoft.com/office/drawing/2014/main" val="2458279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Bahnschrift" panose="020B0502040204020203" pitchFamily="34" charset="0"/>
                        </a:rPr>
                        <a:t>Locational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DA- Dhaka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CTG- Chattogram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CGPY- Chattogram Port Yard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CDR-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Chadpur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DWB-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Dewanganj</a:t>
                      </a: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 Bazar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BCI-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Bhairab</a:t>
                      </a: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 Bazar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AKA-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Akhaura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SSJ-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Shayestaganj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SYT- Sylhet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PHT-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Pahartali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LKM-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Laksham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CTB- </a:t>
                      </a: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Chattak</a:t>
                      </a: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 Bazar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Bahnschrift" panose="020B0502040204020203" pitchFamily="34" charset="0"/>
                        </a:rPr>
                        <a:t>Post Related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TL- Train Lighting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MOG- Mid On Generation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AC- Air Conditioning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W- Workshop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GER- General Electric Repair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WS- Workshop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ACTL- Air Conditioning Train Lighting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TRO- Training Officer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Bahnschrift" panose="020B0502040204020203" pitchFamily="34" charset="0"/>
                        </a:rPr>
                        <a:t>DnS</a:t>
                      </a: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- Design and Standardization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M.M- Mechanize Maintenance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Bahnschrift" panose="020B0502040204020203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9741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611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681851-7314-44D6-8DBB-03C54623D7A1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B772D-616D-46AD-A154-F381D4B3793E}"/>
              </a:ext>
            </a:extLst>
          </p:cNvPr>
          <p:cNvSpPr txBox="1"/>
          <p:nvPr/>
        </p:nvSpPr>
        <p:spPr>
          <a:xfrm>
            <a:off x="696893" y="425831"/>
            <a:ext cx="585428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Grade Wise Post Summary</a:t>
            </a:r>
            <a:r>
              <a:rPr lang="en-US" sz="2300" b="1" i="0" dirty="0">
                <a:solidFill>
                  <a:srgbClr val="F16523"/>
                </a:solidFill>
                <a:effectLst/>
                <a:latin typeface="Roboto-Bold"/>
              </a:rPr>
              <a:t>: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606B56D-9EE4-4117-9001-7234412AA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5" y="1443037"/>
            <a:ext cx="1152525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75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440D67-8FD4-4125-A839-00C78E4B3A72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7387D-7B19-4875-9B67-B23076DCE493}"/>
              </a:ext>
            </a:extLst>
          </p:cNvPr>
          <p:cNvSpPr txBox="1"/>
          <p:nvPr/>
        </p:nvSpPr>
        <p:spPr>
          <a:xfrm>
            <a:off x="696893" y="425831"/>
            <a:ext cx="585428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Grade Wise Post Summary</a:t>
            </a:r>
            <a:r>
              <a:rPr lang="en-US" sz="2300" b="1" i="0" dirty="0">
                <a:solidFill>
                  <a:srgbClr val="F16523"/>
                </a:solidFill>
                <a:effectLst/>
                <a:latin typeface="Roboto-Bold"/>
              </a:rPr>
              <a:t>: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8A7784A-4E08-447A-83F0-B40FBFF70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533525"/>
            <a:ext cx="109061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2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694D69-F6C8-4871-B529-130E02F93501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659D7-AC67-42A5-B03E-164CFD644A04}"/>
              </a:ext>
            </a:extLst>
          </p:cNvPr>
          <p:cNvSpPr txBox="1"/>
          <p:nvPr/>
        </p:nvSpPr>
        <p:spPr>
          <a:xfrm>
            <a:off x="696893" y="425831"/>
            <a:ext cx="585428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rgbClr val="F16523"/>
                </a:solidFill>
                <a:latin typeface="Roboto-Bold"/>
              </a:rPr>
              <a:t>Grade Wise Post Summary</a:t>
            </a:r>
            <a:r>
              <a:rPr lang="en-US" sz="2300" b="1" i="0" dirty="0">
                <a:solidFill>
                  <a:srgbClr val="F16523"/>
                </a:solidFill>
                <a:effectLst/>
                <a:latin typeface="Roboto-Bold"/>
              </a:rPr>
              <a:t>: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F1523B7-6F99-435C-BC72-3E2E3A6E5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295358"/>
              </p:ext>
            </p:extLst>
          </p:nvPr>
        </p:nvGraphicFramePr>
        <p:xfrm>
          <a:off x="2487174" y="1945640"/>
          <a:ext cx="812800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36588">
                  <a:extLst>
                    <a:ext uri="{9D8B030D-6E8A-4147-A177-3AD203B41FA5}">
                      <a16:colId xmlns:a16="http://schemas.microsoft.com/office/drawing/2014/main" val="2771571238"/>
                    </a:ext>
                  </a:extLst>
                </a:gridCol>
                <a:gridCol w="1909483">
                  <a:extLst>
                    <a:ext uri="{9D8B030D-6E8A-4147-A177-3AD203B41FA5}">
                      <a16:colId xmlns:a16="http://schemas.microsoft.com/office/drawing/2014/main" val="3393039674"/>
                    </a:ext>
                  </a:extLst>
                </a:gridCol>
                <a:gridCol w="2088776">
                  <a:extLst>
                    <a:ext uri="{9D8B030D-6E8A-4147-A177-3AD203B41FA5}">
                      <a16:colId xmlns:a16="http://schemas.microsoft.com/office/drawing/2014/main" val="464303163"/>
                    </a:ext>
                  </a:extLst>
                </a:gridCol>
                <a:gridCol w="1993153">
                  <a:extLst>
                    <a:ext uri="{9D8B030D-6E8A-4147-A177-3AD203B41FA5}">
                      <a16:colId xmlns:a16="http://schemas.microsoft.com/office/drawing/2014/main" val="1343943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Number of Posts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42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Rail Bhaban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6219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59339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17297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1578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2850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85743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455281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3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EB5362-0078-41B6-A403-D735F05559F7}"/>
              </a:ext>
            </a:extLst>
          </p:cNvPr>
          <p:cNvSpPr/>
          <p:nvPr/>
        </p:nvSpPr>
        <p:spPr>
          <a:xfrm rot="5400000">
            <a:off x="-3196167" y="3196167"/>
            <a:ext cx="6858000" cy="46566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BB1F5-E658-4112-9969-687871E8C3FC}"/>
              </a:ext>
            </a:extLst>
          </p:cNvPr>
          <p:cNvSpPr txBox="1"/>
          <p:nvPr/>
        </p:nvSpPr>
        <p:spPr>
          <a:xfrm>
            <a:off x="4830842" y="3105834"/>
            <a:ext cx="2530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Garamond" panose="02020404030301010803" pitchFamily="18" charset="0"/>
                <a:ea typeface="Roboto Flex Normal" panose="02000000000000000000" pitchFamily="2" charset="0"/>
                <a:cs typeface="Roboto Flex Normal" panose="0200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13168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2542</TotalTime>
  <Words>499</Words>
  <Application>Microsoft Office PowerPoint</Application>
  <PresentationFormat>Widescreen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Bahnschrift</vt:lpstr>
      <vt:lpstr>Calibri</vt:lpstr>
      <vt:lpstr>Calibri Light</vt:lpstr>
      <vt:lpstr>Garamond</vt:lpstr>
      <vt:lpstr>Helvetica</vt:lpstr>
      <vt:lpstr>Roboto-Bold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Development &amp; Design Wings</vt:lpstr>
      <vt:lpstr>Posts Under Chief Engineers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 DCE</dc:creator>
  <cp:lastModifiedBy>nishat</cp:lastModifiedBy>
  <cp:revision>68</cp:revision>
  <dcterms:created xsi:type="dcterms:W3CDTF">2023-10-13T13:44:01Z</dcterms:created>
  <dcterms:modified xsi:type="dcterms:W3CDTF">2026-08-01T06:35:14Z</dcterms:modified>
</cp:coreProperties>
</file>